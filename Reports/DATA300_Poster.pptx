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A384FF-3D83-4746-B79C-410632225C09}" v="291" dt="2026-05-12T07:00:42.5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4760"/>
  </p:normalViewPr>
  <p:slideViewPr>
    <p:cSldViewPr snapToGrid="0">
      <p:cViewPr>
        <p:scale>
          <a:sx n="85" d="100"/>
          <a:sy n="85" d="100"/>
        </p:scale>
        <p:origin x="152" y="-5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Rose" userId="c0dfc524-ecee-4ca1-8cba-237439dbffce" providerId="ADAL" clId="{3877FD8D-6E45-5E45-8006-88BBBB28C419}"/>
    <pc:docChg chg="undo redo custSel modSld">
      <pc:chgData name="Nguyen, Rose" userId="c0dfc524-ecee-4ca1-8cba-237439dbffce" providerId="ADAL" clId="{3877FD8D-6E45-5E45-8006-88BBBB28C419}" dt="2026-05-12T07:10:15.123" v="580" actId="1076"/>
      <pc:docMkLst>
        <pc:docMk/>
      </pc:docMkLst>
      <pc:sldChg chg="addSp delSp modSp mod">
        <pc:chgData name="Nguyen, Rose" userId="c0dfc524-ecee-4ca1-8cba-237439dbffce" providerId="ADAL" clId="{3877FD8D-6E45-5E45-8006-88BBBB28C419}" dt="2026-05-12T07:10:15.123" v="580" actId="1076"/>
        <pc:sldMkLst>
          <pc:docMk/>
          <pc:sldMk cId="0" sldId="256"/>
        </pc:sldMkLst>
        <pc:spChg chg="mod">
          <ac:chgData name="Nguyen, Rose" userId="c0dfc524-ecee-4ca1-8cba-237439dbffce" providerId="ADAL" clId="{3877FD8D-6E45-5E45-8006-88BBBB28C419}" dt="2026-05-10T20:26:18.311" v="4" actId="1076"/>
          <ac:spMkLst>
            <pc:docMk/>
            <pc:sldMk cId="0" sldId="256"/>
            <ac:spMk id="2" creationId="{00000000-0000-0000-0000-000000000000}"/>
          </ac:spMkLst>
        </pc:spChg>
        <pc:spChg chg="mod">
          <ac:chgData name="Nguyen, Rose" userId="c0dfc524-ecee-4ca1-8cba-237439dbffce" providerId="ADAL" clId="{3877FD8D-6E45-5E45-8006-88BBBB28C419}" dt="2026-05-10T20:26:25.992" v="6" actId="255"/>
          <ac:spMkLst>
            <pc:docMk/>
            <pc:sldMk cId="0" sldId="256"/>
            <ac:spMk id="22" creationId="{00000000-0000-0000-0000-000000000000}"/>
          </ac:spMkLst>
        </pc:spChg>
        <pc:spChg chg="mod">
          <ac:chgData name="Nguyen, Rose" userId="c0dfc524-ecee-4ca1-8cba-237439dbffce" providerId="ADAL" clId="{3877FD8D-6E45-5E45-8006-88BBBB28C419}" dt="2026-05-12T06:47:27.534" v="554" actId="207"/>
          <ac:spMkLst>
            <pc:docMk/>
            <pc:sldMk cId="0" sldId="256"/>
            <ac:spMk id="23" creationId="{00000000-0000-0000-0000-000000000000}"/>
          </ac:spMkLst>
        </pc:spChg>
        <pc:spChg chg="mod">
          <ac:chgData name="Nguyen, Rose" userId="c0dfc524-ecee-4ca1-8cba-237439dbffce" providerId="ADAL" clId="{3877FD8D-6E45-5E45-8006-88BBBB28C419}" dt="2026-05-10T20:26:45.497" v="11" actId="255"/>
          <ac:spMkLst>
            <pc:docMk/>
            <pc:sldMk cId="0" sldId="256"/>
            <ac:spMk id="24" creationId="{00000000-0000-0000-0000-000000000000}"/>
          </ac:spMkLst>
        </pc:spChg>
        <pc:spChg chg="mod">
          <ac:chgData name="Nguyen, Rose" userId="c0dfc524-ecee-4ca1-8cba-237439dbffce" providerId="ADAL" clId="{3877FD8D-6E45-5E45-8006-88BBBB28C419}" dt="2026-05-10T21:21:46.037" v="165" actId="14100"/>
          <ac:spMkLst>
            <pc:docMk/>
            <pc:sldMk cId="0" sldId="256"/>
            <ac:spMk id="25" creationId="{00000000-0000-0000-0000-000000000000}"/>
          </ac:spMkLst>
        </pc:spChg>
        <pc:spChg chg="add del mod">
          <ac:chgData name="Nguyen, Rose" userId="c0dfc524-ecee-4ca1-8cba-237439dbffce" providerId="ADAL" clId="{3877FD8D-6E45-5E45-8006-88BBBB28C419}" dt="2026-05-11T00:16:23.511" v="356" actId="1076"/>
          <ac:spMkLst>
            <pc:docMk/>
            <pc:sldMk cId="0" sldId="256"/>
            <ac:spMk id="26" creationId="{00000000-0000-0000-0000-000000000000}"/>
          </ac:spMkLst>
        </pc:spChg>
        <pc:spChg chg="mod">
          <ac:chgData name="Nguyen, Rose" userId="c0dfc524-ecee-4ca1-8cba-237439dbffce" providerId="ADAL" clId="{3877FD8D-6E45-5E45-8006-88BBBB28C419}" dt="2026-05-11T00:38:01.756" v="523" actId="1076"/>
          <ac:spMkLst>
            <pc:docMk/>
            <pc:sldMk cId="0" sldId="256"/>
            <ac:spMk id="27" creationId="{00000000-0000-0000-0000-000000000000}"/>
          </ac:spMkLst>
        </pc:spChg>
        <pc:spChg chg="mod">
          <ac:chgData name="Nguyen, Rose" userId="c0dfc524-ecee-4ca1-8cba-237439dbffce" providerId="ADAL" clId="{3877FD8D-6E45-5E45-8006-88BBBB28C419}" dt="2026-05-10T21:13:42.983" v="83" actId="20577"/>
          <ac:spMkLst>
            <pc:docMk/>
            <pc:sldMk cId="0" sldId="256"/>
            <ac:spMk id="40" creationId="{00000000-0000-0000-0000-000000000000}"/>
          </ac:spMkLst>
        </pc:spChg>
        <pc:spChg chg="mod">
          <ac:chgData name="Nguyen, Rose" userId="c0dfc524-ecee-4ca1-8cba-237439dbffce" providerId="ADAL" clId="{3877FD8D-6E45-5E45-8006-88BBBB28C419}" dt="2026-05-10T21:17:54.236" v="131" actId="14100"/>
          <ac:spMkLst>
            <pc:docMk/>
            <pc:sldMk cId="0" sldId="256"/>
            <ac:spMk id="41" creationId="{00000000-0000-0000-0000-000000000000}"/>
          </ac:spMkLst>
        </pc:spChg>
        <pc:spChg chg="add mod">
          <ac:chgData name="Nguyen, Rose" userId="c0dfc524-ecee-4ca1-8cba-237439dbffce" providerId="ADAL" clId="{3877FD8D-6E45-5E45-8006-88BBBB28C419}" dt="2026-05-12T07:03:24.573" v="565" actId="1076"/>
          <ac:spMkLst>
            <pc:docMk/>
            <pc:sldMk cId="0" sldId="256"/>
            <ac:spMk id="42" creationId="{8E2E78B6-31CB-1826-2000-3923295AE293}"/>
          </ac:spMkLst>
        </pc:spChg>
        <pc:spChg chg="mod">
          <ac:chgData name="Nguyen, Rose" userId="c0dfc524-ecee-4ca1-8cba-237439dbffce" providerId="ADAL" clId="{3877FD8D-6E45-5E45-8006-88BBBB28C419}" dt="2026-05-10T21:17:57.570" v="132" actId="1076"/>
          <ac:spMkLst>
            <pc:docMk/>
            <pc:sldMk cId="0" sldId="256"/>
            <ac:spMk id="50" creationId="{00000000-0000-0000-0000-000000000000}"/>
          </ac:spMkLst>
        </pc:spChg>
        <pc:spChg chg="mod">
          <ac:chgData name="Nguyen, Rose" userId="c0dfc524-ecee-4ca1-8cba-237439dbffce" providerId="ADAL" clId="{3877FD8D-6E45-5E45-8006-88BBBB28C419}" dt="2026-05-10T21:18:04.102" v="133" actId="1076"/>
          <ac:spMkLst>
            <pc:docMk/>
            <pc:sldMk cId="0" sldId="256"/>
            <ac:spMk id="51" creationId="{00000000-0000-0000-0000-000000000000}"/>
          </ac:spMkLst>
        </pc:spChg>
        <pc:spChg chg="mod">
          <ac:chgData name="Nguyen, Rose" userId="c0dfc524-ecee-4ca1-8cba-237439dbffce" providerId="ADAL" clId="{3877FD8D-6E45-5E45-8006-88BBBB28C419}" dt="2026-05-10T21:21:21.771" v="161" actId="14100"/>
          <ac:spMkLst>
            <pc:docMk/>
            <pc:sldMk cId="0" sldId="256"/>
            <ac:spMk id="52" creationId="{00000000-0000-0000-0000-000000000000}"/>
          </ac:spMkLst>
        </pc:spChg>
        <pc:spChg chg="mod">
          <ac:chgData name="Nguyen, Rose" userId="c0dfc524-ecee-4ca1-8cba-237439dbffce" providerId="ADAL" clId="{3877FD8D-6E45-5E45-8006-88BBBB28C419}" dt="2026-05-10T21:18:34.585" v="137" actId="1076"/>
          <ac:spMkLst>
            <pc:docMk/>
            <pc:sldMk cId="0" sldId="256"/>
            <ac:spMk id="53" creationId="{00000000-0000-0000-0000-000000000000}"/>
          </ac:spMkLst>
        </pc:spChg>
        <pc:spChg chg="mod">
          <ac:chgData name="Nguyen, Rose" userId="c0dfc524-ecee-4ca1-8cba-237439dbffce" providerId="ADAL" clId="{3877FD8D-6E45-5E45-8006-88BBBB28C419}" dt="2026-05-10T21:17:50.972" v="130" actId="1076"/>
          <ac:spMkLst>
            <pc:docMk/>
            <pc:sldMk cId="0" sldId="256"/>
            <ac:spMk id="54" creationId="{00000000-0000-0000-0000-000000000000}"/>
          </ac:spMkLst>
        </pc:spChg>
        <pc:spChg chg="mod">
          <ac:chgData name="Nguyen, Rose" userId="c0dfc524-ecee-4ca1-8cba-237439dbffce" providerId="ADAL" clId="{3877FD8D-6E45-5E45-8006-88BBBB28C419}" dt="2026-05-10T21:19:33.736" v="139" actId="1076"/>
          <ac:spMkLst>
            <pc:docMk/>
            <pc:sldMk cId="0" sldId="256"/>
            <ac:spMk id="55" creationId="{00000000-0000-0000-0000-000000000000}"/>
          </ac:spMkLst>
        </pc:spChg>
        <pc:spChg chg="mod">
          <ac:chgData name="Nguyen, Rose" userId="c0dfc524-ecee-4ca1-8cba-237439dbffce" providerId="ADAL" clId="{3877FD8D-6E45-5E45-8006-88BBBB28C419}" dt="2026-05-10T21:19:42.136" v="140" actId="1076"/>
          <ac:spMkLst>
            <pc:docMk/>
            <pc:sldMk cId="0" sldId="256"/>
            <ac:spMk id="56" creationId="{00000000-0000-0000-0000-000000000000}"/>
          </ac:spMkLst>
        </pc:spChg>
        <pc:spChg chg="mod">
          <ac:chgData name="Nguyen, Rose" userId="c0dfc524-ecee-4ca1-8cba-237439dbffce" providerId="ADAL" clId="{3877FD8D-6E45-5E45-8006-88BBBB28C419}" dt="2026-05-10T21:19:49.220" v="142" actId="1076"/>
          <ac:spMkLst>
            <pc:docMk/>
            <pc:sldMk cId="0" sldId="256"/>
            <ac:spMk id="57" creationId="{00000000-0000-0000-0000-000000000000}"/>
          </ac:spMkLst>
        </pc:spChg>
        <pc:spChg chg="mod">
          <ac:chgData name="Nguyen, Rose" userId="c0dfc524-ecee-4ca1-8cba-237439dbffce" providerId="ADAL" clId="{3877FD8D-6E45-5E45-8006-88BBBB28C419}" dt="2026-05-10T21:19:46.303" v="141" actId="1076"/>
          <ac:spMkLst>
            <pc:docMk/>
            <pc:sldMk cId="0" sldId="256"/>
            <ac:spMk id="58" creationId="{00000000-0000-0000-0000-000000000000}"/>
          </ac:spMkLst>
        </pc:spChg>
        <pc:spChg chg="mod">
          <ac:chgData name="Nguyen, Rose" userId="c0dfc524-ecee-4ca1-8cba-237439dbffce" providerId="ADAL" clId="{3877FD8D-6E45-5E45-8006-88BBBB28C419}" dt="2026-05-10T21:19:54.552" v="143" actId="1076"/>
          <ac:spMkLst>
            <pc:docMk/>
            <pc:sldMk cId="0" sldId="256"/>
            <ac:spMk id="59" creationId="{00000000-0000-0000-0000-000000000000}"/>
          </ac:spMkLst>
        </pc:spChg>
        <pc:spChg chg="mod">
          <ac:chgData name="Nguyen, Rose" userId="c0dfc524-ecee-4ca1-8cba-237439dbffce" providerId="ADAL" clId="{3877FD8D-6E45-5E45-8006-88BBBB28C419}" dt="2026-05-10T21:19:57.312" v="144" actId="1076"/>
          <ac:spMkLst>
            <pc:docMk/>
            <pc:sldMk cId="0" sldId="256"/>
            <ac:spMk id="60" creationId="{00000000-0000-0000-0000-000000000000}"/>
          </ac:spMkLst>
        </pc:spChg>
        <pc:spChg chg="mod">
          <ac:chgData name="Nguyen, Rose" userId="c0dfc524-ecee-4ca1-8cba-237439dbffce" providerId="ADAL" clId="{3877FD8D-6E45-5E45-8006-88BBBB28C419}" dt="2026-05-10T21:20:02.336" v="145" actId="1076"/>
          <ac:spMkLst>
            <pc:docMk/>
            <pc:sldMk cId="0" sldId="256"/>
            <ac:spMk id="61" creationId="{00000000-0000-0000-0000-000000000000}"/>
          </ac:spMkLst>
        </pc:spChg>
        <pc:spChg chg="mod">
          <ac:chgData name="Nguyen, Rose" userId="c0dfc524-ecee-4ca1-8cba-237439dbffce" providerId="ADAL" clId="{3877FD8D-6E45-5E45-8006-88BBBB28C419}" dt="2026-05-10T21:20:05.969" v="146" actId="1076"/>
          <ac:spMkLst>
            <pc:docMk/>
            <pc:sldMk cId="0" sldId="256"/>
            <ac:spMk id="62" creationId="{00000000-0000-0000-0000-000000000000}"/>
          </ac:spMkLst>
        </pc:spChg>
        <pc:spChg chg="mod">
          <ac:chgData name="Nguyen, Rose" userId="c0dfc524-ecee-4ca1-8cba-237439dbffce" providerId="ADAL" clId="{3877FD8D-6E45-5E45-8006-88BBBB28C419}" dt="2026-05-10T21:20:13.036" v="148" actId="1076"/>
          <ac:spMkLst>
            <pc:docMk/>
            <pc:sldMk cId="0" sldId="256"/>
            <ac:spMk id="63" creationId="{00000000-0000-0000-0000-000000000000}"/>
          </ac:spMkLst>
        </pc:spChg>
        <pc:spChg chg="mod">
          <ac:chgData name="Nguyen, Rose" userId="c0dfc524-ecee-4ca1-8cba-237439dbffce" providerId="ADAL" clId="{3877FD8D-6E45-5E45-8006-88BBBB28C419}" dt="2026-05-10T21:20:09.223" v="147" actId="1076"/>
          <ac:spMkLst>
            <pc:docMk/>
            <pc:sldMk cId="0" sldId="256"/>
            <ac:spMk id="64" creationId="{00000000-0000-0000-0000-000000000000}"/>
          </ac:spMkLst>
        </pc:spChg>
        <pc:spChg chg="mod">
          <ac:chgData name="Nguyen, Rose" userId="c0dfc524-ecee-4ca1-8cba-237439dbffce" providerId="ADAL" clId="{3877FD8D-6E45-5E45-8006-88BBBB28C419}" dt="2026-05-10T21:20:18.487" v="149" actId="1076"/>
          <ac:spMkLst>
            <pc:docMk/>
            <pc:sldMk cId="0" sldId="256"/>
            <ac:spMk id="65" creationId="{00000000-0000-0000-0000-000000000000}"/>
          </ac:spMkLst>
        </pc:spChg>
        <pc:spChg chg="mod">
          <ac:chgData name="Nguyen, Rose" userId="c0dfc524-ecee-4ca1-8cba-237439dbffce" providerId="ADAL" clId="{3877FD8D-6E45-5E45-8006-88BBBB28C419}" dt="2026-05-10T21:20:31.952" v="152" actId="1076"/>
          <ac:spMkLst>
            <pc:docMk/>
            <pc:sldMk cId="0" sldId="256"/>
            <ac:spMk id="66" creationId="{00000000-0000-0000-0000-000000000000}"/>
          </ac:spMkLst>
        </pc:spChg>
        <pc:spChg chg="mod">
          <ac:chgData name="Nguyen, Rose" userId="c0dfc524-ecee-4ca1-8cba-237439dbffce" providerId="ADAL" clId="{3877FD8D-6E45-5E45-8006-88BBBB28C419}" dt="2026-05-10T21:20:22.970" v="150" actId="1076"/>
          <ac:spMkLst>
            <pc:docMk/>
            <pc:sldMk cId="0" sldId="256"/>
            <ac:spMk id="67" creationId="{00000000-0000-0000-0000-000000000000}"/>
          </ac:spMkLst>
        </pc:spChg>
        <pc:spChg chg="mod">
          <ac:chgData name="Nguyen, Rose" userId="c0dfc524-ecee-4ca1-8cba-237439dbffce" providerId="ADAL" clId="{3877FD8D-6E45-5E45-8006-88BBBB28C419}" dt="2026-05-10T21:20:37.726" v="153" actId="1076"/>
          <ac:spMkLst>
            <pc:docMk/>
            <pc:sldMk cId="0" sldId="256"/>
            <ac:spMk id="68" creationId="{00000000-0000-0000-0000-000000000000}"/>
          </ac:spMkLst>
        </pc:spChg>
        <pc:spChg chg="mod">
          <ac:chgData name="Nguyen, Rose" userId="c0dfc524-ecee-4ca1-8cba-237439dbffce" providerId="ADAL" clId="{3877FD8D-6E45-5E45-8006-88BBBB28C419}" dt="2026-05-10T21:20:58.137" v="157" actId="1076"/>
          <ac:spMkLst>
            <pc:docMk/>
            <pc:sldMk cId="0" sldId="256"/>
            <ac:spMk id="69" creationId="{00000000-0000-0000-0000-000000000000}"/>
          </ac:spMkLst>
        </pc:spChg>
        <pc:spChg chg="mod">
          <ac:chgData name="Nguyen, Rose" userId="c0dfc524-ecee-4ca1-8cba-237439dbffce" providerId="ADAL" clId="{3877FD8D-6E45-5E45-8006-88BBBB28C419}" dt="2026-05-10T21:20:42.720" v="154" actId="1076"/>
          <ac:spMkLst>
            <pc:docMk/>
            <pc:sldMk cId="0" sldId="256"/>
            <ac:spMk id="70" creationId="{00000000-0000-0000-0000-000000000000}"/>
          </ac:spMkLst>
        </pc:spChg>
        <pc:spChg chg="mod">
          <ac:chgData name="Nguyen, Rose" userId="c0dfc524-ecee-4ca1-8cba-237439dbffce" providerId="ADAL" clId="{3877FD8D-6E45-5E45-8006-88BBBB28C419}" dt="2026-05-12T07:09:45.223" v="579" actId="1076"/>
          <ac:spMkLst>
            <pc:docMk/>
            <pc:sldMk cId="0" sldId="256"/>
            <ac:spMk id="71" creationId="{00000000-0000-0000-0000-000000000000}"/>
          </ac:spMkLst>
        </pc:spChg>
        <pc:spChg chg="mod">
          <ac:chgData name="Nguyen, Rose" userId="c0dfc524-ecee-4ca1-8cba-237439dbffce" providerId="ADAL" clId="{3877FD8D-6E45-5E45-8006-88BBBB28C419}" dt="2026-05-12T07:09:41.141" v="578" actId="1076"/>
          <ac:spMkLst>
            <pc:docMk/>
            <pc:sldMk cId="0" sldId="256"/>
            <ac:spMk id="72" creationId="{00000000-0000-0000-0000-000000000000}"/>
          </ac:spMkLst>
        </pc:spChg>
        <pc:spChg chg="mod">
          <ac:chgData name="Nguyen, Rose" userId="c0dfc524-ecee-4ca1-8cba-237439dbffce" providerId="ADAL" clId="{3877FD8D-6E45-5E45-8006-88BBBB28C419}" dt="2026-05-10T21:21:28.507" v="162" actId="1076"/>
          <ac:spMkLst>
            <pc:docMk/>
            <pc:sldMk cId="0" sldId="256"/>
            <ac:spMk id="73" creationId="{00000000-0000-0000-0000-000000000000}"/>
          </ac:spMkLst>
        </pc:spChg>
        <pc:spChg chg="mod">
          <ac:chgData name="Nguyen, Rose" userId="c0dfc524-ecee-4ca1-8cba-237439dbffce" providerId="ADAL" clId="{3877FD8D-6E45-5E45-8006-88BBBB28C419}" dt="2026-05-10T21:21:32.789" v="163" actId="1076"/>
          <ac:spMkLst>
            <pc:docMk/>
            <pc:sldMk cId="0" sldId="256"/>
            <ac:spMk id="74" creationId="{00000000-0000-0000-0000-000000000000}"/>
          </ac:spMkLst>
        </pc:spChg>
        <pc:spChg chg="mod">
          <ac:chgData name="Nguyen, Rose" userId="c0dfc524-ecee-4ca1-8cba-237439dbffce" providerId="ADAL" clId="{3877FD8D-6E45-5E45-8006-88BBBB28C419}" dt="2026-05-10T21:21:57.587" v="166" actId="14100"/>
          <ac:spMkLst>
            <pc:docMk/>
            <pc:sldMk cId="0" sldId="256"/>
            <ac:spMk id="75" creationId="{00000000-0000-0000-0000-000000000000}"/>
          </ac:spMkLst>
        </pc:spChg>
        <pc:spChg chg="mod">
          <ac:chgData name="Nguyen, Rose" userId="c0dfc524-ecee-4ca1-8cba-237439dbffce" providerId="ADAL" clId="{3877FD8D-6E45-5E45-8006-88BBBB28C419}" dt="2026-05-10T21:23:56.004" v="199" actId="1076"/>
          <ac:spMkLst>
            <pc:docMk/>
            <pc:sldMk cId="0" sldId="256"/>
            <ac:spMk id="78" creationId="{00000000-0000-0000-0000-000000000000}"/>
          </ac:spMkLst>
        </pc:spChg>
        <pc:spChg chg="mod">
          <ac:chgData name="Nguyen, Rose" userId="c0dfc524-ecee-4ca1-8cba-237439dbffce" providerId="ADAL" clId="{3877FD8D-6E45-5E45-8006-88BBBB28C419}" dt="2026-05-10T21:27:52.257" v="241" actId="14100"/>
          <ac:spMkLst>
            <pc:docMk/>
            <pc:sldMk cId="0" sldId="256"/>
            <ac:spMk id="79" creationId="{00000000-0000-0000-0000-000000000000}"/>
          </ac:spMkLst>
        </pc:spChg>
        <pc:spChg chg="mod">
          <ac:chgData name="Nguyen, Rose" userId="c0dfc524-ecee-4ca1-8cba-237439dbffce" providerId="ADAL" clId="{3877FD8D-6E45-5E45-8006-88BBBB28C419}" dt="2026-05-10T21:08:16.912" v="19" actId="20577"/>
          <ac:spMkLst>
            <pc:docMk/>
            <pc:sldMk cId="0" sldId="256"/>
            <ac:spMk id="85" creationId="{00000000-0000-0000-0000-000000000000}"/>
          </ac:spMkLst>
        </pc:spChg>
        <pc:spChg chg="mod">
          <ac:chgData name="Nguyen, Rose" userId="c0dfc524-ecee-4ca1-8cba-237439dbffce" providerId="ADAL" clId="{3877FD8D-6E45-5E45-8006-88BBBB28C419}" dt="2026-05-10T21:29:20.239" v="253" actId="1076"/>
          <ac:spMkLst>
            <pc:docMk/>
            <pc:sldMk cId="0" sldId="256"/>
            <ac:spMk id="87" creationId="{00000000-0000-0000-0000-000000000000}"/>
          </ac:spMkLst>
        </pc:spChg>
        <pc:spChg chg="mod">
          <ac:chgData name="Nguyen, Rose" userId="c0dfc524-ecee-4ca1-8cba-237439dbffce" providerId="ADAL" clId="{3877FD8D-6E45-5E45-8006-88BBBB28C419}" dt="2026-05-11T00:13:13.898" v="336" actId="20577"/>
          <ac:spMkLst>
            <pc:docMk/>
            <pc:sldMk cId="0" sldId="256"/>
            <ac:spMk id="88" creationId="{00000000-0000-0000-0000-000000000000}"/>
          </ac:spMkLst>
        </pc:spChg>
        <pc:spChg chg="mod">
          <ac:chgData name="Nguyen, Rose" userId="c0dfc524-ecee-4ca1-8cba-237439dbffce" providerId="ADAL" clId="{3877FD8D-6E45-5E45-8006-88BBBB28C419}" dt="2026-05-11T00:16:33.067" v="357" actId="1076"/>
          <ac:spMkLst>
            <pc:docMk/>
            <pc:sldMk cId="0" sldId="256"/>
            <ac:spMk id="89" creationId="{00000000-0000-0000-0000-000000000000}"/>
          </ac:spMkLst>
        </pc:spChg>
        <pc:spChg chg="mod">
          <ac:chgData name="Nguyen, Rose" userId="c0dfc524-ecee-4ca1-8cba-237439dbffce" providerId="ADAL" clId="{3877FD8D-6E45-5E45-8006-88BBBB28C419}" dt="2026-05-11T00:13:58.233" v="343" actId="1076"/>
          <ac:spMkLst>
            <pc:docMk/>
            <pc:sldMk cId="0" sldId="256"/>
            <ac:spMk id="91" creationId="{00000000-0000-0000-0000-000000000000}"/>
          </ac:spMkLst>
        </pc:spChg>
        <pc:spChg chg="mod">
          <ac:chgData name="Nguyen, Rose" userId="c0dfc524-ecee-4ca1-8cba-237439dbffce" providerId="ADAL" clId="{3877FD8D-6E45-5E45-8006-88BBBB28C419}" dt="2026-05-11T00:19:07.833" v="393" actId="1076"/>
          <ac:spMkLst>
            <pc:docMk/>
            <pc:sldMk cId="0" sldId="256"/>
            <ac:spMk id="93" creationId="{00000000-0000-0000-0000-000000000000}"/>
          </ac:spMkLst>
        </pc:spChg>
        <pc:spChg chg="mod">
          <ac:chgData name="Nguyen, Rose" userId="c0dfc524-ecee-4ca1-8cba-237439dbffce" providerId="ADAL" clId="{3877FD8D-6E45-5E45-8006-88BBBB28C419}" dt="2026-05-11T00:19:16.849" v="395" actId="1076"/>
          <ac:spMkLst>
            <pc:docMk/>
            <pc:sldMk cId="0" sldId="256"/>
            <ac:spMk id="94" creationId="{00000000-0000-0000-0000-000000000000}"/>
          </ac:spMkLst>
        </pc:spChg>
        <pc:spChg chg="del mod">
          <ac:chgData name="Nguyen, Rose" userId="c0dfc524-ecee-4ca1-8cba-237439dbffce" providerId="ADAL" clId="{3877FD8D-6E45-5E45-8006-88BBBB28C419}" dt="2026-05-11T00:20:00.281" v="396" actId="478"/>
          <ac:spMkLst>
            <pc:docMk/>
            <pc:sldMk cId="0" sldId="256"/>
            <ac:spMk id="95" creationId="{00000000-0000-0000-0000-000000000000}"/>
          </ac:spMkLst>
        </pc:spChg>
        <pc:spChg chg="del mod">
          <ac:chgData name="Nguyen, Rose" userId="c0dfc524-ecee-4ca1-8cba-237439dbffce" providerId="ADAL" clId="{3877FD8D-6E45-5E45-8006-88BBBB28C419}" dt="2026-05-11T00:16:46.127" v="358" actId="478"/>
          <ac:spMkLst>
            <pc:docMk/>
            <pc:sldMk cId="0" sldId="256"/>
            <ac:spMk id="97" creationId="{00000000-0000-0000-0000-000000000000}"/>
          </ac:spMkLst>
        </pc:spChg>
        <pc:spChg chg="mod">
          <ac:chgData name="Nguyen, Rose" userId="c0dfc524-ecee-4ca1-8cba-237439dbffce" providerId="ADAL" clId="{3877FD8D-6E45-5E45-8006-88BBBB28C419}" dt="2026-05-11T00:06:44.569" v="295" actId="1076"/>
          <ac:spMkLst>
            <pc:docMk/>
            <pc:sldMk cId="0" sldId="256"/>
            <ac:spMk id="98" creationId="{00000000-0000-0000-0000-000000000000}"/>
          </ac:spMkLst>
        </pc:spChg>
        <pc:spChg chg="mod">
          <ac:chgData name="Nguyen, Rose" userId="c0dfc524-ecee-4ca1-8cba-237439dbffce" providerId="ADAL" clId="{3877FD8D-6E45-5E45-8006-88BBBB28C419}" dt="2026-05-12T07:10:15.123" v="580" actId="1076"/>
          <ac:spMkLst>
            <pc:docMk/>
            <pc:sldMk cId="0" sldId="256"/>
            <ac:spMk id="99" creationId="{00000000-0000-0000-0000-000000000000}"/>
          </ac:spMkLst>
        </pc:spChg>
        <pc:spChg chg="add mod">
          <ac:chgData name="Nguyen, Rose" userId="c0dfc524-ecee-4ca1-8cba-237439dbffce" providerId="ADAL" clId="{3877FD8D-6E45-5E45-8006-88BBBB28C419}" dt="2026-05-10T21:18:42.702" v="138" actId="1076"/>
          <ac:spMkLst>
            <pc:docMk/>
            <pc:sldMk cId="0" sldId="256"/>
            <ac:spMk id="114" creationId="{734ABF43-7C35-7A05-BFDC-54AD6990D507}"/>
          </ac:spMkLst>
        </pc:spChg>
        <pc:spChg chg="del">
          <ac:chgData name="Nguyen, Rose" userId="c0dfc524-ecee-4ca1-8cba-237439dbffce" providerId="ADAL" clId="{3877FD8D-6E45-5E45-8006-88BBBB28C419}" dt="2026-05-11T00:36:33.343" v="514" actId="478"/>
          <ac:spMkLst>
            <pc:docMk/>
            <pc:sldMk cId="0" sldId="256"/>
            <ac:spMk id="123" creationId="{00000000-0000-0000-0000-000000000000}"/>
          </ac:spMkLst>
        </pc:spChg>
        <pc:spChg chg="del">
          <ac:chgData name="Nguyen, Rose" userId="c0dfc524-ecee-4ca1-8cba-237439dbffce" providerId="ADAL" clId="{3877FD8D-6E45-5E45-8006-88BBBB28C419}" dt="2026-05-11T00:36:37.889" v="515" actId="478"/>
          <ac:spMkLst>
            <pc:docMk/>
            <pc:sldMk cId="0" sldId="256"/>
            <ac:spMk id="124" creationId="{00000000-0000-0000-0000-000000000000}"/>
          </ac:spMkLst>
        </pc:spChg>
        <pc:spChg chg="del">
          <ac:chgData name="Nguyen, Rose" userId="c0dfc524-ecee-4ca1-8cba-237439dbffce" providerId="ADAL" clId="{3877FD8D-6E45-5E45-8006-88BBBB28C419}" dt="2026-05-11T00:33:59.674" v="502" actId="478"/>
          <ac:spMkLst>
            <pc:docMk/>
            <pc:sldMk cId="0" sldId="256"/>
            <ac:spMk id="125" creationId="{00000000-0000-0000-0000-000000000000}"/>
          </ac:spMkLst>
        </pc:spChg>
        <pc:spChg chg="del mod">
          <ac:chgData name="Nguyen, Rose" userId="c0dfc524-ecee-4ca1-8cba-237439dbffce" providerId="ADAL" clId="{3877FD8D-6E45-5E45-8006-88BBBB28C419}" dt="2026-05-11T00:30:46.583" v="481" actId="478"/>
          <ac:spMkLst>
            <pc:docMk/>
            <pc:sldMk cId="0" sldId="256"/>
            <ac:spMk id="126" creationId="{00000000-0000-0000-0000-000000000000}"/>
          </ac:spMkLst>
        </pc:spChg>
        <pc:spChg chg="del mod">
          <ac:chgData name="Nguyen, Rose" userId="c0dfc524-ecee-4ca1-8cba-237439dbffce" providerId="ADAL" clId="{3877FD8D-6E45-5E45-8006-88BBBB28C419}" dt="2026-05-11T00:30:48.744" v="482" actId="478"/>
          <ac:spMkLst>
            <pc:docMk/>
            <pc:sldMk cId="0" sldId="256"/>
            <ac:spMk id="127" creationId="{00000000-0000-0000-0000-000000000000}"/>
          </ac:spMkLst>
        </pc:spChg>
        <pc:spChg chg="del">
          <ac:chgData name="Nguyen, Rose" userId="c0dfc524-ecee-4ca1-8cba-237439dbffce" providerId="ADAL" clId="{3877FD8D-6E45-5E45-8006-88BBBB28C419}" dt="2026-05-11T00:30:51.036" v="483" actId="478"/>
          <ac:spMkLst>
            <pc:docMk/>
            <pc:sldMk cId="0" sldId="256"/>
            <ac:spMk id="128" creationId="{00000000-0000-0000-0000-000000000000}"/>
          </ac:spMkLst>
        </pc:spChg>
        <pc:spChg chg="del">
          <ac:chgData name="Nguyen, Rose" userId="c0dfc524-ecee-4ca1-8cba-237439dbffce" providerId="ADAL" clId="{3877FD8D-6E45-5E45-8006-88BBBB28C419}" dt="2026-05-11T00:30:37.689" v="477" actId="478"/>
          <ac:spMkLst>
            <pc:docMk/>
            <pc:sldMk cId="0" sldId="256"/>
            <ac:spMk id="129" creationId="{00000000-0000-0000-0000-000000000000}"/>
          </ac:spMkLst>
        </pc:spChg>
        <pc:spChg chg="mod">
          <ac:chgData name="Nguyen, Rose" userId="c0dfc524-ecee-4ca1-8cba-237439dbffce" providerId="ADAL" clId="{3877FD8D-6E45-5E45-8006-88BBBB28C419}" dt="2026-05-11T00:39:00.015" v="526" actId="1076"/>
          <ac:spMkLst>
            <pc:docMk/>
            <pc:sldMk cId="0" sldId="256"/>
            <ac:spMk id="130" creationId="{00000000-0000-0000-0000-000000000000}"/>
          </ac:spMkLst>
        </pc:spChg>
        <pc:spChg chg="mod">
          <ac:chgData name="Nguyen, Rose" userId="c0dfc524-ecee-4ca1-8cba-237439dbffce" providerId="ADAL" clId="{3877FD8D-6E45-5E45-8006-88BBBB28C419}" dt="2026-05-11T00:39:06.997" v="527" actId="1076"/>
          <ac:spMkLst>
            <pc:docMk/>
            <pc:sldMk cId="0" sldId="256"/>
            <ac:spMk id="131" creationId="{00000000-0000-0000-0000-000000000000}"/>
          </ac:spMkLst>
        </pc:spChg>
        <pc:spChg chg="mod">
          <ac:chgData name="Nguyen, Rose" userId="c0dfc524-ecee-4ca1-8cba-237439dbffce" providerId="ADAL" clId="{3877FD8D-6E45-5E45-8006-88BBBB28C419}" dt="2026-05-11T00:39:17.081" v="528" actId="1076"/>
          <ac:spMkLst>
            <pc:docMk/>
            <pc:sldMk cId="0" sldId="256"/>
            <ac:spMk id="132" creationId="{00000000-0000-0000-0000-000000000000}"/>
          </ac:spMkLst>
        </pc:spChg>
        <pc:spChg chg="mod">
          <ac:chgData name="Nguyen, Rose" userId="c0dfc524-ecee-4ca1-8cba-237439dbffce" providerId="ADAL" clId="{3877FD8D-6E45-5E45-8006-88BBBB28C419}" dt="2026-05-11T00:39:25.880" v="529" actId="1076"/>
          <ac:spMkLst>
            <pc:docMk/>
            <pc:sldMk cId="0" sldId="256"/>
            <ac:spMk id="133" creationId="{00000000-0000-0000-0000-000000000000}"/>
          </ac:spMkLst>
        </pc:spChg>
        <pc:spChg chg="mod">
          <ac:chgData name="Nguyen, Rose" userId="c0dfc524-ecee-4ca1-8cba-237439dbffce" providerId="ADAL" clId="{3877FD8D-6E45-5E45-8006-88BBBB28C419}" dt="2026-05-11T00:39:30.030" v="530" actId="1076"/>
          <ac:spMkLst>
            <pc:docMk/>
            <pc:sldMk cId="0" sldId="256"/>
            <ac:spMk id="134" creationId="{00000000-0000-0000-0000-000000000000}"/>
          </ac:spMkLst>
        </pc:spChg>
        <pc:spChg chg="mod">
          <ac:chgData name="Nguyen, Rose" userId="c0dfc524-ecee-4ca1-8cba-237439dbffce" providerId="ADAL" clId="{3877FD8D-6E45-5E45-8006-88BBBB28C419}" dt="2026-05-11T00:39:36.963" v="531" actId="1076"/>
          <ac:spMkLst>
            <pc:docMk/>
            <pc:sldMk cId="0" sldId="256"/>
            <ac:spMk id="135" creationId="{00000000-0000-0000-0000-000000000000}"/>
          </ac:spMkLst>
        </pc:spChg>
        <pc:spChg chg="mod">
          <ac:chgData name="Nguyen, Rose" userId="c0dfc524-ecee-4ca1-8cba-237439dbffce" providerId="ADAL" clId="{3877FD8D-6E45-5E45-8006-88BBBB28C419}" dt="2026-05-11T00:40:25.214" v="541" actId="1076"/>
          <ac:spMkLst>
            <pc:docMk/>
            <pc:sldMk cId="0" sldId="256"/>
            <ac:spMk id="136" creationId="{00000000-0000-0000-0000-000000000000}"/>
          </ac:spMkLst>
        </pc:spChg>
        <pc:spChg chg="mod">
          <ac:chgData name="Nguyen, Rose" userId="c0dfc524-ecee-4ca1-8cba-237439dbffce" providerId="ADAL" clId="{3877FD8D-6E45-5E45-8006-88BBBB28C419}" dt="2026-05-12T07:08:42.407" v="574" actId="1076"/>
          <ac:spMkLst>
            <pc:docMk/>
            <pc:sldMk cId="0" sldId="256"/>
            <ac:spMk id="137" creationId="{00000000-0000-0000-0000-000000000000}"/>
          </ac:spMkLst>
        </pc:spChg>
        <pc:spChg chg="mod">
          <ac:chgData name="Nguyen, Rose" userId="c0dfc524-ecee-4ca1-8cba-237439dbffce" providerId="ADAL" clId="{3877FD8D-6E45-5E45-8006-88BBBB28C419}" dt="2026-05-11T00:40:03.178" v="537" actId="1076"/>
          <ac:spMkLst>
            <pc:docMk/>
            <pc:sldMk cId="0" sldId="256"/>
            <ac:spMk id="138" creationId="{00000000-0000-0000-0000-000000000000}"/>
          </ac:spMkLst>
        </pc:spChg>
        <pc:spChg chg="mod">
          <ac:chgData name="Nguyen, Rose" userId="c0dfc524-ecee-4ca1-8cba-237439dbffce" providerId="ADAL" clId="{3877FD8D-6E45-5E45-8006-88BBBB28C419}" dt="2026-05-11T00:39:54.646" v="535" actId="1076"/>
          <ac:spMkLst>
            <pc:docMk/>
            <pc:sldMk cId="0" sldId="256"/>
            <ac:spMk id="139" creationId="{00000000-0000-0000-0000-000000000000}"/>
          </ac:spMkLst>
        </pc:spChg>
        <pc:spChg chg="mod">
          <ac:chgData name="Nguyen, Rose" userId="c0dfc524-ecee-4ca1-8cba-237439dbffce" providerId="ADAL" clId="{3877FD8D-6E45-5E45-8006-88BBBB28C419}" dt="2026-05-11T00:39:59.046" v="536" actId="1076"/>
          <ac:spMkLst>
            <pc:docMk/>
            <pc:sldMk cId="0" sldId="256"/>
            <ac:spMk id="140" creationId="{00000000-0000-0000-0000-000000000000}"/>
          </ac:spMkLst>
        </pc:spChg>
        <pc:spChg chg="mod">
          <ac:chgData name="Nguyen, Rose" userId="c0dfc524-ecee-4ca1-8cba-237439dbffce" providerId="ADAL" clId="{3877FD8D-6E45-5E45-8006-88BBBB28C419}" dt="2026-05-12T07:09:12.690" v="577" actId="1076"/>
          <ac:spMkLst>
            <pc:docMk/>
            <pc:sldMk cId="0" sldId="256"/>
            <ac:spMk id="141" creationId="{00000000-0000-0000-0000-000000000000}"/>
          </ac:spMkLst>
        </pc:spChg>
        <pc:spChg chg="mod">
          <ac:chgData name="Nguyen, Rose" userId="c0dfc524-ecee-4ca1-8cba-237439dbffce" providerId="ADAL" clId="{3877FD8D-6E45-5E45-8006-88BBBB28C419}" dt="2026-05-11T00:40:40.911" v="544" actId="1076"/>
          <ac:spMkLst>
            <pc:docMk/>
            <pc:sldMk cId="0" sldId="256"/>
            <ac:spMk id="142" creationId="{00000000-0000-0000-0000-000000000000}"/>
          </ac:spMkLst>
        </pc:spChg>
        <pc:spChg chg="mod">
          <ac:chgData name="Nguyen, Rose" userId="c0dfc524-ecee-4ca1-8cba-237439dbffce" providerId="ADAL" clId="{3877FD8D-6E45-5E45-8006-88BBBB28C419}" dt="2026-05-11T00:40:46.777" v="545" actId="1076"/>
          <ac:spMkLst>
            <pc:docMk/>
            <pc:sldMk cId="0" sldId="256"/>
            <ac:spMk id="143" creationId="{00000000-0000-0000-0000-000000000000}"/>
          </ac:spMkLst>
        </pc:spChg>
        <pc:spChg chg="mod">
          <ac:chgData name="Nguyen, Rose" userId="c0dfc524-ecee-4ca1-8cba-237439dbffce" providerId="ADAL" clId="{3877FD8D-6E45-5E45-8006-88BBBB28C419}" dt="2026-05-12T07:07:06.223" v="567" actId="1076"/>
          <ac:spMkLst>
            <pc:docMk/>
            <pc:sldMk cId="0" sldId="256"/>
            <ac:spMk id="144" creationId="{00000000-0000-0000-0000-000000000000}"/>
          </ac:spMkLst>
        </pc:spChg>
        <pc:spChg chg="mod">
          <ac:chgData name="Nguyen, Rose" userId="c0dfc524-ecee-4ca1-8cba-237439dbffce" providerId="ADAL" clId="{3877FD8D-6E45-5E45-8006-88BBBB28C419}" dt="2026-05-12T07:03:11.507" v="564" actId="1076"/>
          <ac:spMkLst>
            <pc:docMk/>
            <pc:sldMk cId="0" sldId="256"/>
            <ac:spMk id="145" creationId="{00000000-0000-0000-0000-000000000000}"/>
          </ac:spMkLst>
        </pc:spChg>
        <pc:spChg chg="mod">
          <ac:chgData name="Nguyen, Rose" userId="c0dfc524-ecee-4ca1-8cba-237439dbffce" providerId="ADAL" clId="{3877FD8D-6E45-5E45-8006-88BBBB28C419}" dt="2026-05-11T00:41:15.610" v="550" actId="1076"/>
          <ac:spMkLst>
            <pc:docMk/>
            <pc:sldMk cId="0" sldId="256"/>
            <ac:spMk id="146" creationId="{00000000-0000-0000-0000-000000000000}"/>
          </ac:spMkLst>
        </pc:spChg>
        <pc:spChg chg="mod">
          <ac:chgData name="Nguyen, Rose" userId="c0dfc524-ecee-4ca1-8cba-237439dbffce" providerId="ADAL" clId="{3877FD8D-6E45-5E45-8006-88BBBB28C419}" dt="2026-05-11T00:41:10.710" v="549" actId="1076"/>
          <ac:spMkLst>
            <pc:docMk/>
            <pc:sldMk cId="0" sldId="256"/>
            <ac:spMk id="147" creationId="{00000000-0000-0000-0000-000000000000}"/>
          </ac:spMkLst>
        </pc:spChg>
        <pc:spChg chg="mod">
          <ac:chgData name="Nguyen, Rose" userId="c0dfc524-ecee-4ca1-8cba-237439dbffce" providerId="ADAL" clId="{3877FD8D-6E45-5E45-8006-88BBBB28C419}" dt="2026-05-11T00:41:19.437" v="551" actId="1076"/>
          <ac:spMkLst>
            <pc:docMk/>
            <pc:sldMk cId="0" sldId="256"/>
            <ac:spMk id="148" creationId="{00000000-0000-0000-0000-000000000000}"/>
          </ac:spMkLst>
        </pc:spChg>
        <pc:spChg chg="mod">
          <ac:chgData name="Nguyen, Rose" userId="c0dfc524-ecee-4ca1-8cba-237439dbffce" providerId="ADAL" clId="{3877FD8D-6E45-5E45-8006-88BBBB28C419}" dt="2026-05-11T00:41:06.826" v="548" actId="1076"/>
          <ac:spMkLst>
            <pc:docMk/>
            <pc:sldMk cId="0" sldId="256"/>
            <ac:spMk id="149" creationId="{00000000-0000-0000-0000-000000000000}"/>
          </ac:spMkLst>
        </pc:spChg>
        <pc:spChg chg="mod">
          <ac:chgData name="Nguyen, Rose" userId="c0dfc524-ecee-4ca1-8cba-237439dbffce" providerId="ADAL" clId="{3877FD8D-6E45-5E45-8006-88BBBB28C419}" dt="2026-05-11T00:32:13.301" v="491" actId="1076"/>
          <ac:spMkLst>
            <pc:docMk/>
            <pc:sldMk cId="0" sldId="256"/>
            <ac:spMk id="154" creationId="{00000000-0000-0000-0000-000000000000}"/>
          </ac:spMkLst>
        </pc:spChg>
        <pc:graphicFrameChg chg="add del mod">
          <ac:chgData name="Nguyen, Rose" userId="c0dfc524-ecee-4ca1-8cba-237439dbffce" providerId="ADAL" clId="{3877FD8D-6E45-5E45-8006-88BBBB28C419}" dt="2026-05-11T00:07:17.492" v="298" actId="478"/>
          <ac:graphicFrameMkLst>
            <pc:docMk/>
            <pc:sldMk cId="0" sldId="256"/>
            <ac:graphicFrameMk id="42" creationId="{EDE54E5E-5073-98E4-7A7C-EB27F59D174E}"/>
          </ac:graphicFrameMkLst>
        </pc:graphicFrameChg>
        <pc:graphicFrameChg chg="add mod modGraphic">
          <ac:chgData name="Nguyen, Rose" userId="c0dfc524-ecee-4ca1-8cba-237439dbffce" providerId="ADAL" clId="{3877FD8D-6E45-5E45-8006-88BBBB28C419}" dt="2026-05-11T00:14:09.849" v="344" actId="1076"/>
          <ac:graphicFrameMkLst>
            <pc:docMk/>
            <pc:sldMk cId="0" sldId="256"/>
            <ac:graphicFrameMk id="43" creationId="{50CC593D-36C2-A8C2-F746-BBAB5E058EB2}"/>
          </ac:graphicFrameMkLst>
        </pc:graphicFrameChg>
        <pc:graphicFrameChg chg="add del mod">
          <ac:chgData name="Nguyen, Rose" userId="c0dfc524-ecee-4ca1-8cba-237439dbffce" providerId="ADAL" clId="{3877FD8D-6E45-5E45-8006-88BBBB28C419}" dt="2026-05-11T00:25:36.825" v="434" actId="478"/>
          <ac:graphicFrameMkLst>
            <pc:docMk/>
            <pc:sldMk cId="0" sldId="256"/>
            <ac:graphicFrameMk id="46" creationId="{C7F8A877-E7D2-7CCD-FD4F-ACA965114575}"/>
          </ac:graphicFrameMkLst>
        </pc:graphicFrameChg>
        <pc:graphicFrameChg chg="add mod modGraphic">
          <ac:chgData name="Nguyen, Rose" userId="c0dfc524-ecee-4ca1-8cba-237439dbffce" providerId="ADAL" clId="{3877FD8D-6E45-5E45-8006-88BBBB28C419}" dt="2026-05-12T07:07:16.235" v="568" actId="14100"/>
          <ac:graphicFrameMkLst>
            <pc:docMk/>
            <pc:sldMk cId="0" sldId="256"/>
            <ac:graphicFrameMk id="47" creationId="{EB21805B-5F63-614B-D29A-81E55F70B7D3}"/>
          </ac:graphicFrameMkLst>
        </pc:graphicFrameChg>
        <pc:graphicFrameChg chg="mod modGraphic">
          <ac:chgData name="Nguyen, Rose" userId="c0dfc524-ecee-4ca1-8cba-237439dbffce" providerId="ADAL" clId="{3877FD8D-6E45-5E45-8006-88BBBB28C419}" dt="2026-05-10T21:22:25.988" v="169" actId="1076"/>
          <ac:graphicFrameMkLst>
            <pc:docMk/>
            <pc:sldMk cId="0" sldId="256"/>
            <ac:graphicFrameMk id="86" creationId="{00000000-0000-0000-0000-000000000000}"/>
          </ac:graphicFrameMkLst>
        </pc:graphicFrameChg>
        <pc:graphicFrameChg chg="del mod modGraphic">
          <ac:chgData name="Nguyen, Rose" userId="c0dfc524-ecee-4ca1-8cba-237439dbffce" providerId="ADAL" clId="{3877FD8D-6E45-5E45-8006-88BBBB28C419}" dt="2026-05-11T00:09:47.653" v="300" actId="478"/>
          <ac:graphicFrameMkLst>
            <pc:docMk/>
            <pc:sldMk cId="0" sldId="256"/>
            <ac:graphicFrameMk id="90" creationId="{00000000-0000-0000-0000-000000000000}"/>
          </ac:graphicFrameMkLst>
        </pc:graphicFrameChg>
        <pc:graphicFrameChg chg="mod modGraphic">
          <ac:chgData name="Nguyen, Rose" userId="c0dfc524-ecee-4ca1-8cba-237439dbffce" providerId="ADAL" clId="{3877FD8D-6E45-5E45-8006-88BBBB28C419}" dt="2026-05-11T00:13:30.533" v="338" actId="1076"/>
          <ac:graphicFrameMkLst>
            <pc:docMk/>
            <pc:sldMk cId="0" sldId="256"/>
            <ac:graphicFrameMk id="92" creationId="{00000000-0000-0000-0000-000000000000}"/>
          </ac:graphicFrameMkLst>
        </pc:graphicFrameChg>
        <pc:graphicFrameChg chg="mod modGraphic">
          <ac:chgData name="Nguyen, Rose" userId="c0dfc524-ecee-4ca1-8cba-237439dbffce" providerId="ADAL" clId="{3877FD8D-6E45-5E45-8006-88BBBB28C419}" dt="2026-05-11T00:26:24.518" v="444" actId="1076"/>
          <ac:graphicFrameMkLst>
            <pc:docMk/>
            <pc:sldMk cId="0" sldId="256"/>
            <ac:graphicFrameMk id="96" creationId="{00000000-0000-0000-0000-000000000000}"/>
          </ac:graphicFrameMkLst>
        </pc:graphicFrameChg>
        <pc:picChg chg="add mod">
          <ac:chgData name="Nguyen, Rose" userId="c0dfc524-ecee-4ca1-8cba-237439dbffce" providerId="ADAL" clId="{3877FD8D-6E45-5E45-8006-88BBBB28C419}" dt="2026-05-11T00:24:42.637" v="426" actId="1076"/>
          <ac:picMkLst>
            <pc:docMk/>
            <pc:sldMk cId="0" sldId="256"/>
            <ac:picMk id="45" creationId="{B9046A2F-D2D7-BAFF-F7F9-C78576422B3E}"/>
          </ac:picMkLst>
        </pc:picChg>
        <pc:picChg chg="add mod modCrop">
          <ac:chgData name="Nguyen, Rose" userId="c0dfc524-ecee-4ca1-8cba-237439dbffce" providerId="ADAL" clId="{3877FD8D-6E45-5E45-8006-88BBBB28C419}" dt="2026-05-10T21:28:07.022" v="244" actId="1076"/>
          <ac:picMkLst>
            <pc:docMk/>
            <pc:sldMk cId="0" sldId="256"/>
            <ac:picMk id="170" creationId="{2D6779C5-D0B6-ACBF-21E3-816A8131061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5439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50292"/>
            <a:ext cx="32918400" cy="2926080"/>
          </a:xfrm>
          <a:prstGeom prst="rect">
            <a:avLst/>
          </a:prstGeom>
          <a:solidFill>
            <a:srgbClr val="2D3E5C"/>
          </a:solidFill>
          <a:ln w="12700">
            <a:solidFill>
              <a:srgbClr val="2D3E5C"/>
            </a:solidFill>
            <a:prstDash val="solid"/>
          </a:ln>
        </p:spPr>
        <p:txBody>
          <a:bodyPr/>
          <a:lstStyle/>
          <a:p>
            <a:endParaRPr lang="en-US"/>
          </a:p>
        </p:txBody>
      </p:sp>
      <p:sp>
        <p:nvSpPr>
          <p:cNvPr id="3" name="Shape 1"/>
          <p:cNvSpPr/>
          <p:nvPr/>
        </p:nvSpPr>
        <p:spPr>
          <a:xfrm>
            <a:off x="0" y="2852928"/>
            <a:ext cx="32918400" cy="91440"/>
          </a:xfrm>
          <a:prstGeom prst="rect">
            <a:avLst/>
          </a:prstGeom>
          <a:solidFill>
            <a:srgbClr val="D0E4F0"/>
          </a:solidFill>
          <a:ln w="12700">
            <a:solidFill>
              <a:srgbClr val="D0E4F0"/>
            </a:solidFill>
            <a:prstDash val="solid"/>
          </a:ln>
        </p:spPr>
        <p:txBody>
          <a:bodyPr/>
          <a:lstStyle/>
          <a:p>
            <a:endParaRPr lang="en-US"/>
          </a:p>
        </p:txBody>
      </p:sp>
      <p:sp>
        <p:nvSpPr>
          <p:cNvPr id="4" name="Shape 2"/>
          <p:cNvSpPr/>
          <p:nvPr/>
        </p:nvSpPr>
        <p:spPr>
          <a:xfrm>
            <a:off x="822960" y="1847088"/>
            <a:ext cx="2011680" cy="182880"/>
          </a:xfrm>
          <a:prstGeom prst="rect">
            <a:avLst/>
          </a:prstGeom>
          <a:solidFill>
            <a:srgbClr val="D0E4F0"/>
          </a:solidFill>
          <a:ln w="12700">
            <a:solidFill>
              <a:srgbClr val="D0E4F0"/>
            </a:solidFill>
            <a:prstDash val="solid"/>
          </a:ln>
        </p:spPr>
        <p:txBody>
          <a:bodyPr/>
          <a:lstStyle/>
          <a:p>
            <a:endParaRPr lang="en-US"/>
          </a:p>
        </p:txBody>
      </p:sp>
      <p:sp>
        <p:nvSpPr>
          <p:cNvPr id="5" name="Shape 3"/>
          <p:cNvSpPr/>
          <p:nvPr/>
        </p:nvSpPr>
        <p:spPr>
          <a:xfrm>
            <a:off x="1005840" y="1188720"/>
            <a:ext cx="146304" cy="685800"/>
          </a:xfrm>
          <a:prstGeom prst="rect">
            <a:avLst/>
          </a:prstGeom>
          <a:solidFill>
            <a:srgbClr val="D0E4F0"/>
          </a:solidFill>
          <a:ln w="12700">
            <a:solidFill>
              <a:srgbClr val="D0E4F0"/>
            </a:solidFill>
            <a:prstDash val="solid"/>
          </a:ln>
        </p:spPr>
        <p:txBody>
          <a:bodyPr/>
          <a:lstStyle/>
          <a:p>
            <a:endParaRPr lang="en-US"/>
          </a:p>
        </p:txBody>
      </p:sp>
      <p:sp>
        <p:nvSpPr>
          <p:cNvPr id="6" name="Shape 4"/>
          <p:cNvSpPr/>
          <p:nvPr/>
        </p:nvSpPr>
        <p:spPr>
          <a:xfrm>
            <a:off x="1389888" y="1188720"/>
            <a:ext cx="146304" cy="685800"/>
          </a:xfrm>
          <a:prstGeom prst="rect">
            <a:avLst/>
          </a:prstGeom>
          <a:solidFill>
            <a:srgbClr val="D0E4F0"/>
          </a:solidFill>
          <a:ln w="12700">
            <a:solidFill>
              <a:srgbClr val="D0E4F0"/>
            </a:solidFill>
            <a:prstDash val="solid"/>
          </a:ln>
        </p:spPr>
        <p:txBody>
          <a:bodyPr/>
          <a:lstStyle/>
          <a:p>
            <a:endParaRPr lang="en-US"/>
          </a:p>
        </p:txBody>
      </p:sp>
      <p:sp>
        <p:nvSpPr>
          <p:cNvPr id="7" name="Shape 5"/>
          <p:cNvSpPr/>
          <p:nvPr/>
        </p:nvSpPr>
        <p:spPr>
          <a:xfrm>
            <a:off x="1773936" y="1188720"/>
            <a:ext cx="146304" cy="685800"/>
          </a:xfrm>
          <a:prstGeom prst="rect">
            <a:avLst/>
          </a:prstGeom>
          <a:solidFill>
            <a:srgbClr val="D0E4F0"/>
          </a:solidFill>
          <a:ln w="12700">
            <a:solidFill>
              <a:srgbClr val="D0E4F0"/>
            </a:solidFill>
            <a:prstDash val="solid"/>
          </a:ln>
        </p:spPr>
        <p:txBody>
          <a:bodyPr/>
          <a:lstStyle/>
          <a:p>
            <a:endParaRPr lang="en-US"/>
          </a:p>
        </p:txBody>
      </p:sp>
      <p:sp>
        <p:nvSpPr>
          <p:cNvPr id="8" name="Shape 6"/>
          <p:cNvSpPr/>
          <p:nvPr/>
        </p:nvSpPr>
        <p:spPr>
          <a:xfrm>
            <a:off x="2157984" y="1188720"/>
            <a:ext cx="146304" cy="685800"/>
          </a:xfrm>
          <a:prstGeom prst="rect">
            <a:avLst/>
          </a:prstGeom>
          <a:solidFill>
            <a:srgbClr val="D0E4F0"/>
          </a:solidFill>
          <a:ln w="12700">
            <a:solidFill>
              <a:srgbClr val="D0E4F0"/>
            </a:solidFill>
            <a:prstDash val="solid"/>
          </a:ln>
        </p:spPr>
        <p:txBody>
          <a:bodyPr/>
          <a:lstStyle/>
          <a:p>
            <a:endParaRPr lang="en-US"/>
          </a:p>
        </p:txBody>
      </p:sp>
      <p:sp>
        <p:nvSpPr>
          <p:cNvPr id="9" name="Shape 7"/>
          <p:cNvSpPr/>
          <p:nvPr/>
        </p:nvSpPr>
        <p:spPr>
          <a:xfrm>
            <a:off x="2542032" y="1188720"/>
            <a:ext cx="146304" cy="685800"/>
          </a:xfrm>
          <a:prstGeom prst="rect">
            <a:avLst/>
          </a:prstGeom>
          <a:solidFill>
            <a:srgbClr val="D0E4F0"/>
          </a:solidFill>
          <a:ln w="12700">
            <a:solidFill>
              <a:srgbClr val="D0E4F0"/>
            </a:solidFill>
            <a:prstDash val="solid"/>
          </a:ln>
        </p:spPr>
        <p:txBody>
          <a:bodyPr/>
          <a:lstStyle/>
          <a:p>
            <a:endParaRPr lang="en-US"/>
          </a:p>
        </p:txBody>
      </p:sp>
      <p:sp>
        <p:nvSpPr>
          <p:cNvPr id="10" name="Shape 8"/>
          <p:cNvSpPr/>
          <p:nvPr/>
        </p:nvSpPr>
        <p:spPr>
          <a:xfrm>
            <a:off x="868680" y="987552"/>
            <a:ext cx="1920240" cy="73152"/>
          </a:xfrm>
          <a:prstGeom prst="rect">
            <a:avLst/>
          </a:prstGeom>
          <a:solidFill>
            <a:srgbClr val="D0E4F0"/>
          </a:solidFill>
          <a:ln w="12700">
            <a:solidFill>
              <a:srgbClr val="D0E4F0"/>
            </a:solidFill>
            <a:prstDash val="solid"/>
          </a:ln>
        </p:spPr>
        <p:txBody>
          <a:bodyPr/>
          <a:lstStyle/>
          <a:p>
            <a:endParaRPr lang="en-US"/>
          </a:p>
        </p:txBody>
      </p:sp>
      <p:sp>
        <p:nvSpPr>
          <p:cNvPr id="11" name="Shape 9"/>
          <p:cNvSpPr/>
          <p:nvPr/>
        </p:nvSpPr>
        <p:spPr>
          <a:xfrm>
            <a:off x="1143000" y="841248"/>
            <a:ext cx="1371600" cy="73152"/>
          </a:xfrm>
          <a:prstGeom prst="rect">
            <a:avLst/>
          </a:prstGeom>
          <a:solidFill>
            <a:srgbClr val="D0E4F0"/>
          </a:solidFill>
          <a:ln w="12700">
            <a:solidFill>
              <a:srgbClr val="D0E4F0"/>
            </a:solidFill>
            <a:prstDash val="solid"/>
          </a:ln>
        </p:spPr>
        <p:txBody>
          <a:bodyPr/>
          <a:lstStyle/>
          <a:p>
            <a:endParaRPr lang="en-US"/>
          </a:p>
        </p:txBody>
      </p:sp>
      <p:sp>
        <p:nvSpPr>
          <p:cNvPr id="12" name="Shape 10"/>
          <p:cNvSpPr/>
          <p:nvPr/>
        </p:nvSpPr>
        <p:spPr>
          <a:xfrm>
            <a:off x="1481328" y="713232"/>
            <a:ext cx="694944" cy="73152"/>
          </a:xfrm>
          <a:prstGeom prst="rect">
            <a:avLst/>
          </a:prstGeom>
          <a:solidFill>
            <a:srgbClr val="D0E4F0"/>
          </a:solidFill>
          <a:ln w="12700">
            <a:solidFill>
              <a:srgbClr val="D0E4F0"/>
            </a:solidFill>
            <a:prstDash val="solid"/>
          </a:ln>
        </p:spPr>
        <p:txBody>
          <a:bodyPr/>
          <a:lstStyle/>
          <a:p>
            <a:endParaRPr lang="en-US"/>
          </a:p>
        </p:txBody>
      </p:sp>
      <p:sp>
        <p:nvSpPr>
          <p:cNvPr id="13" name="Shape 11"/>
          <p:cNvSpPr/>
          <p:nvPr/>
        </p:nvSpPr>
        <p:spPr>
          <a:xfrm>
            <a:off x="30083760" y="1847088"/>
            <a:ext cx="2011680" cy="182880"/>
          </a:xfrm>
          <a:prstGeom prst="rect">
            <a:avLst/>
          </a:prstGeom>
          <a:solidFill>
            <a:srgbClr val="D0E4F0"/>
          </a:solidFill>
          <a:ln w="12700">
            <a:solidFill>
              <a:srgbClr val="D0E4F0"/>
            </a:solidFill>
            <a:prstDash val="solid"/>
          </a:ln>
        </p:spPr>
        <p:txBody>
          <a:bodyPr/>
          <a:lstStyle/>
          <a:p>
            <a:endParaRPr lang="en-US"/>
          </a:p>
        </p:txBody>
      </p:sp>
      <p:sp>
        <p:nvSpPr>
          <p:cNvPr id="14" name="Shape 12"/>
          <p:cNvSpPr/>
          <p:nvPr/>
        </p:nvSpPr>
        <p:spPr>
          <a:xfrm>
            <a:off x="30266640" y="1188720"/>
            <a:ext cx="146304" cy="685800"/>
          </a:xfrm>
          <a:prstGeom prst="rect">
            <a:avLst/>
          </a:prstGeom>
          <a:solidFill>
            <a:srgbClr val="D0E4F0"/>
          </a:solidFill>
          <a:ln w="12700">
            <a:solidFill>
              <a:srgbClr val="D0E4F0"/>
            </a:solidFill>
            <a:prstDash val="solid"/>
          </a:ln>
        </p:spPr>
        <p:txBody>
          <a:bodyPr/>
          <a:lstStyle/>
          <a:p>
            <a:endParaRPr lang="en-US"/>
          </a:p>
        </p:txBody>
      </p:sp>
      <p:sp>
        <p:nvSpPr>
          <p:cNvPr id="15" name="Shape 13"/>
          <p:cNvSpPr/>
          <p:nvPr/>
        </p:nvSpPr>
        <p:spPr>
          <a:xfrm>
            <a:off x="30650688" y="1188720"/>
            <a:ext cx="146304" cy="685800"/>
          </a:xfrm>
          <a:prstGeom prst="rect">
            <a:avLst/>
          </a:prstGeom>
          <a:solidFill>
            <a:srgbClr val="D0E4F0"/>
          </a:solidFill>
          <a:ln w="12700">
            <a:solidFill>
              <a:srgbClr val="D0E4F0"/>
            </a:solidFill>
            <a:prstDash val="solid"/>
          </a:ln>
        </p:spPr>
        <p:txBody>
          <a:bodyPr/>
          <a:lstStyle/>
          <a:p>
            <a:endParaRPr lang="en-US"/>
          </a:p>
        </p:txBody>
      </p:sp>
      <p:sp>
        <p:nvSpPr>
          <p:cNvPr id="16" name="Shape 14"/>
          <p:cNvSpPr/>
          <p:nvPr/>
        </p:nvSpPr>
        <p:spPr>
          <a:xfrm>
            <a:off x="31034736" y="1188720"/>
            <a:ext cx="146304" cy="685800"/>
          </a:xfrm>
          <a:prstGeom prst="rect">
            <a:avLst/>
          </a:prstGeom>
          <a:solidFill>
            <a:srgbClr val="D0E4F0"/>
          </a:solidFill>
          <a:ln w="12700">
            <a:solidFill>
              <a:srgbClr val="D0E4F0"/>
            </a:solidFill>
            <a:prstDash val="solid"/>
          </a:ln>
        </p:spPr>
        <p:txBody>
          <a:bodyPr/>
          <a:lstStyle/>
          <a:p>
            <a:endParaRPr lang="en-US"/>
          </a:p>
        </p:txBody>
      </p:sp>
      <p:sp>
        <p:nvSpPr>
          <p:cNvPr id="17" name="Shape 15"/>
          <p:cNvSpPr/>
          <p:nvPr/>
        </p:nvSpPr>
        <p:spPr>
          <a:xfrm>
            <a:off x="31418784" y="1188720"/>
            <a:ext cx="146304" cy="685800"/>
          </a:xfrm>
          <a:prstGeom prst="rect">
            <a:avLst/>
          </a:prstGeom>
          <a:solidFill>
            <a:srgbClr val="D0E4F0"/>
          </a:solidFill>
          <a:ln w="12700">
            <a:solidFill>
              <a:srgbClr val="D0E4F0"/>
            </a:solidFill>
            <a:prstDash val="solid"/>
          </a:ln>
        </p:spPr>
        <p:txBody>
          <a:bodyPr/>
          <a:lstStyle/>
          <a:p>
            <a:endParaRPr lang="en-US"/>
          </a:p>
        </p:txBody>
      </p:sp>
      <p:sp>
        <p:nvSpPr>
          <p:cNvPr id="18" name="Shape 16"/>
          <p:cNvSpPr/>
          <p:nvPr/>
        </p:nvSpPr>
        <p:spPr>
          <a:xfrm>
            <a:off x="31802832" y="1188720"/>
            <a:ext cx="146304" cy="685800"/>
          </a:xfrm>
          <a:prstGeom prst="rect">
            <a:avLst/>
          </a:prstGeom>
          <a:solidFill>
            <a:srgbClr val="D0E4F0"/>
          </a:solidFill>
          <a:ln w="12700">
            <a:solidFill>
              <a:srgbClr val="D0E4F0"/>
            </a:solidFill>
            <a:prstDash val="solid"/>
          </a:ln>
        </p:spPr>
        <p:txBody>
          <a:bodyPr/>
          <a:lstStyle/>
          <a:p>
            <a:endParaRPr lang="en-US"/>
          </a:p>
        </p:txBody>
      </p:sp>
      <p:sp>
        <p:nvSpPr>
          <p:cNvPr id="19" name="Shape 17"/>
          <p:cNvSpPr/>
          <p:nvPr/>
        </p:nvSpPr>
        <p:spPr>
          <a:xfrm>
            <a:off x="30129480" y="987552"/>
            <a:ext cx="1920240" cy="73152"/>
          </a:xfrm>
          <a:prstGeom prst="rect">
            <a:avLst/>
          </a:prstGeom>
          <a:solidFill>
            <a:srgbClr val="D0E4F0"/>
          </a:solidFill>
          <a:ln w="12700">
            <a:solidFill>
              <a:srgbClr val="D0E4F0"/>
            </a:solidFill>
            <a:prstDash val="solid"/>
          </a:ln>
        </p:spPr>
        <p:txBody>
          <a:bodyPr/>
          <a:lstStyle/>
          <a:p>
            <a:endParaRPr lang="en-US"/>
          </a:p>
        </p:txBody>
      </p:sp>
      <p:sp>
        <p:nvSpPr>
          <p:cNvPr id="20" name="Shape 18"/>
          <p:cNvSpPr/>
          <p:nvPr/>
        </p:nvSpPr>
        <p:spPr>
          <a:xfrm>
            <a:off x="30403800" y="841248"/>
            <a:ext cx="1371600" cy="73152"/>
          </a:xfrm>
          <a:prstGeom prst="rect">
            <a:avLst/>
          </a:prstGeom>
          <a:solidFill>
            <a:srgbClr val="D0E4F0"/>
          </a:solidFill>
          <a:ln w="12700">
            <a:solidFill>
              <a:srgbClr val="D0E4F0"/>
            </a:solidFill>
            <a:prstDash val="solid"/>
          </a:ln>
        </p:spPr>
        <p:txBody>
          <a:bodyPr/>
          <a:lstStyle/>
          <a:p>
            <a:endParaRPr lang="en-US"/>
          </a:p>
        </p:txBody>
      </p:sp>
      <p:sp>
        <p:nvSpPr>
          <p:cNvPr id="21" name="Shape 19"/>
          <p:cNvSpPr/>
          <p:nvPr/>
        </p:nvSpPr>
        <p:spPr>
          <a:xfrm>
            <a:off x="30742128" y="713232"/>
            <a:ext cx="694944" cy="73152"/>
          </a:xfrm>
          <a:prstGeom prst="rect">
            <a:avLst/>
          </a:prstGeom>
          <a:solidFill>
            <a:srgbClr val="D0E4F0"/>
          </a:solidFill>
          <a:ln w="12700">
            <a:solidFill>
              <a:srgbClr val="D0E4F0"/>
            </a:solidFill>
            <a:prstDash val="solid"/>
          </a:ln>
        </p:spPr>
        <p:txBody>
          <a:bodyPr/>
          <a:lstStyle/>
          <a:p>
            <a:endParaRPr lang="en-US"/>
          </a:p>
        </p:txBody>
      </p:sp>
      <p:sp>
        <p:nvSpPr>
          <p:cNvPr id="22" name="Text 20"/>
          <p:cNvSpPr/>
          <p:nvPr/>
        </p:nvSpPr>
        <p:spPr>
          <a:xfrm>
            <a:off x="2825496" y="331310"/>
            <a:ext cx="27066240" cy="1325880"/>
          </a:xfrm>
          <a:prstGeom prst="rect">
            <a:avLst/>
          </a:prstGeom>
          <a:noFill/>
          <a:ln/>
        </p:spPr>
        <p:txBody>
          <a:bodyPr wrap="square" rtlCol="0" anchor="ctr"/>
          <a:lstStyle/>
          <a:p>
            <a:pPr marL="0" indent="0" algn="ctr">
              <a:buNone/>
            </a:pPr>
            <a:r>
              <a:rPr lang="en-US" sz="6500" b="1">
                <a:solidFill>
                  <a:srgbClr val="FFFFFF"/>
                </a:solidFill>
                <a:latin typeface="Calibri" pitchFamily="34" charset="0"/>
                <a:ea typeface="Calibri" pitchFamily="34" charset="-122"/>
                <a:cs typeface="Calibri" pitchFamily="34" charset="-120"/>
              </a:rPr>
              <a:t>Machine Learning for Short-Term Volatility Prediction</a:t>
            </a:r>
            <a:endParaRPr lang="en-US" sz="6500"/>
          </a:p>
        </p:txBody>
      </p:sp>
      <p:sp>
        <p:nvSpPr>
          <p:cNvPr id="23" name="Text 21"/>
          <p:cNvSpPr/>
          <p:nvPr/>
        </p:nvSpPr>
        <p:spPr>
          <a:xfrm>
            <a:off x="2898648" y="1584452"/>
            <a:ext cx="27066240" cy="475488"/>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Jules Dao</a:t>
            </a:r>
            <a:r>
              <a:rPr lang="en-US" sz="4000" dirty="0">
                <a:solidFill>
                  <a:srgbClr val="D0E4F0"/>
                </a:solidFill>
                <a:latin typeface="Calibri" pitchFamily="34" charset="0"/>
                <a:ea typeface="Calibri" pitchFamily="34" charset="-122"/>
                <a:cs typeface="Calibri" pitchFamily="34" charset="-120"/>
              </a:rPr>
              <a:t>  </a:t>
            </a:r>
            <a:r>
              <a:rPr lang="en-US" sz="4000" dirty="0">
                <a:solidFill>
                  <a:schemeClr val="bg1"/>
                </a:solidFill>
                <a:latin typeface="Calibri" pitchFamily="34" charset="0"/>
                <a:ea typeface="Calibri" pitchFamily="34" charset="-122"/>
                <a:cs typeface="Calibri" pitchFamily="34" charset="-120"/>
              </a:rPr>
              <a:t>&amp;</a:t>
            </a:r>
            <a:r>
              <a:rPr lang="en-US" sz="4000" dirty="0">
                <a:solidFill>
                  <a:srgbClr val="D0E4F0"/>
                </a:solidFill>
                <a:latin typeface="Calibri" pitchFamily="34" charset="0"/>
                <a:ea typeface="Calibri" pitchFamily="34" charset="-122"/>
                <a:cs typeface="Calibri" pitchFamily="34" charset="-120"/>
              </a:rPr>
              <a:t>  </a:t>
            </a:r>
            <a:r>
              <a:rPr lang="en-US" sz="4000" b="1" dirty="0">
                <a:solidFill>
                  <a:srgbClr val="FFFFFF"/>
                </a:solidFill>
                <a:latin typeface="Calibri" pitchFamily="34" charset="0"/>
                <a:ea typeface="Calibri" pitchFamily="34" charset="-122"/>
                <a:cs typeface="Calibri" pitchFamily="34" charset="-120"/>
              </a:rPr>
              <a:t>Rose Nguyen</a:t>
            </a:r>
            <a:r>
              <a:rPr lang="en-US" sz="4000" dirty="0">
                <a:solidFill>
                  <a:srgbClr val="E8F1F8"/>
                </a:solidFill>
                <a:latin typeface="Calibri" pitchFamily="34" charset="0"/>
                <a:ea typeface="Calibri" pitchFamily="34" charset="-122"/>
                <a:cs typeface="Calibri" pitchFamily="34" charset="-120"/>
              </a:rPr>
              <a:t>  ·  DATA 300: Statistical and Machine Learning  ·  Prof. Lulu Wang</a:t>
            </a:r>
            <a:endParaRPr lang="en-US" sz="4000" dirty="0"/>
          </a:p>
        </p:txBody>
      </p:sp>
      <p:sp>
        <p:nvSpPr>
          <p:cNvPr id="24" name="Text 22"/>
          <p:cNvSpPr/>
          <p:nvPr/>
        </p:nvSpPr>
        <p:spPr>
          <a:xfrm>
            <a:off x="2788920" y="2234375"/>
            <a:ext cx="27066240" cy="420624"/>
          </a:xfrm>
          <a:prstGeom prst="rect">
            <a:avLst/>
          </a:prstGeom>
          <a:noFill/>
          <a:ln/>
        </p:spPr>
        <p:txBody>
          <a:bodyPr wrap="square" rtlCol="0" anchor="ctr"/>
          <a:lstStyle/>
          <a:p>
            <a:pPr marL="0" indent="0" algn="ctr">
              <a:buNone/>
            </a:pPr>
            <a:r>
              <a:rPr lang="en-US" sz="2400" i="1">
                <a:solidFill>
                  <a:srgbClr val="D0E4F0"/>
                </a:solidFill>
                <a:latin typeface="Calibri" pitchFamily="34" charset="0"/>
                <a:ea typeface="Calibri" pitchFamily="34" charset="-122"/>
                <a:cs typeface="Calibri" pitchFamily="34" charset="-120"/>
              </a:rPr>
              <a:t>Dickinson College  ·  Group 3  ·  Spring 2026</a:t>
            </a:r>
            <a:endParaRPr lang="en-US" sz="2400"/>
          </a:p>
        </p:txBody>
      </p:sp>
      <p:sp>
        <p:nvSpPr>
          <p:cNvPr id="25" name="Shape 23"/>
          <p:cNvSpPr/>
          <p:nvPr/>
        </p:nvSpPr>
        <p:spPr>
          <a:xfrm>
            <a:off x="256032" y="3035808"/>
            <a:ext cx="7772400" cy="18196560"/>
          </a:xfrm>
          <a:prstGeom prst="rect">
            <a:avLst/>
          </a:prstGeom>
          <a:solidFill>
            <a:srgbClr val="E8F1F8"/>
          </a:solidFill>
          <a:ln w="6350">
            <a:solidFill>
              <a:srgbClr val="D0E4F0"/>
            </a:solidFill>
            <a:prstDash val="solid"/>
          </a:ln>
        </p:spPr>
        <p:txBody>
          <a:bodyPr/>
          <a:lstStyle/>
          <a:p>
            <a:endParaRPr lang="en-US"/>
          </a:p>
        </p:txBody>
      </p:sp>
      <p:sp>
        <p:nvSpPr>
          <p:cNvPr id="26" name="Shape 24"/>
          <p:cNvSpPr/>
          <p:nvPr/>
        </p:nvSpPr>
        <p:spPr>
          <a:xfrm>
            <a:off x="8302752" y="3035808"/>
            <a:ext cx="16312896" cy="18544032"/>
          </a:xfrm>
          <a:prstGeom prst="rect">
            <a:avLst/>
          </a:prstGeom>
          <a:solidFill>
            <a:srgbClr val="FFFFFF"/>
          </a:solidFill>
          <a:ln w="6350">
            <a:solidFill>
              <a:srgbClr val="D0E4F0"/>
            </a:solidFill>
            <a:prstDash val="solid"/>
          </a:ln>
        </p:spPr>
        <p:txBody>
          <a:bodyPr/>
          <a:lstStyle/>
          <a:p>
            <a:endParaRPr lang="en-US"/>
          </a:p>
        </p:txBody>
      </p:sp>
      <p:sp>
        <p:nvSpPr>
          <p:cNvPr id="27" name="Shape 25"/>
          <p:cNvSpPr/>
          <p:nvPr/>
        </p:nvSpPr>
        <p:spPr>
          <a:xfrm>
            <a:off x="24798528" y="3035808"/>
            <a:ext cx="7863840" cy="18544032"/>
          </a:xfrm>
          <a:prstGeom prst="rect">
            <a:avLst/>
          </a:prstGeom>
          <a:solidFill>
            <a:srgbClr val="E8F1F8"/>
          </a:solidFill>
          <a:ln w="6350">
            <a:solidFill>
              <a:srgbClr val="D0E4F0"/>
            </a:solidFill>
            <a:prstDash val="solid"/>
          </a:ln>
        </p:spPr>
        <p:txBody>
          <a:bodyPr/>
          <a:lstStyle/>
          <a:p>
            <a:endParaRPr lang="en-US"/>
          </a:p>
        </p:txBody>
      </p:sp>
      <p:sp>
        <p:nvSpPr>
          <p:cNvPr id="28" name="Shape 26"/>
          <p:cNvSpPr/>
          <p:nvPr/>
        </p:nvSpPr>
        <p:spPr>
          <a:xfrm>
            <a:off x="256032" y="3035808"/>
            <a:ext cx="7772400" cy="420624"/>
          </a:xfrm>
          <a:prstGeom prst="rect">
            <a:avLst/>
          </a:prstGeom>
          <a:solidFill>
            <a:srgbClr val="4A7EA8"/>
          </a:solidFill>
          <a:ln w="12700">
            <a:solidFill>
              <a:srgbClr val="4A7EA8"/>
            </a:solidFill>
            <a:prstDash val="solid"/>
          </a:ln>
        </p:spPr>
        <p:txBody>
          <a:bodyPr/>
          <a:lstStyle/>
          <a:p>
            <a:endParaRPr lang="en-US"/>
          </a:p>
        </p:txBody>
      </p:sp>
      <p:sp>
        <p:nvSpPr>
          <p:cNvPr id="29" name="Text 27"/>
          <p:cNvSpPr/>
          <p:nvPr/>
        </p:nvSpPr>
        <p:spPr>
          <a:xfrm>
            <a:off x="420624" y="3035808"/>
            <a:ext cx="7589520" cy="420624"/>
          </a:xfrm>
          <a:prstGeom prst="rect">
            <a:avLst/>
          </a:prstGeom>
          <a:noFill/>
          <a:ln/>
        </p:spPr>
        <p:txBody>
          <a:bodyPr wrap="square" lIns="0" tIns="0" rIns="0" bIns="0" rtlCol="0" anchor="ctr"/>
          <a:lstStyle/>
          <a:p>
            <a:pPr marL="0" indent="0" algn="l">
              <a:buNone/>
            </a:pPr>
            <a:r>
              <a:rPr lang="en-US" sz="1400" b="1" kern="0" spc="200">
                <a:solidFill>
                  <a:srgbClr val="FFFFFF"/>
                </a:solidFill>
                <a:latin typeface="Calibri" pitchFamily="34" charset="0"/>
                <a:ea typeface="Calibri" pitchFamily="34" charset="-122"/>
                <a:cs typeface="Calibri" pitchFamily="34" charset="-120"/>
              </a:rPr>
              <a:t>ABSTRACT</a:t>
            </a:r>
            <a:endParaRPr lang="en-US" sz="1400"/>
          </a:p>
        </p:txBody>
      </p:sp>
      <p:sp>
        <p:nvSpPr>
          <p:cNvPr id="30" name="Shape 28"/>
          <p:cNvSpPr/>
          <p:nvPr/>
        </p:nvSpPr>
        <p:spPr>
          <a:xfrm>
            <a:off x="256032" y="3529583"/>
            <a:ext cx="7772400" cy="2512917"/>
          </a:xfrm>
          <a:prstGeom prst="rect">
            <a:avLst/>
          </a:prstGeom>
          <a:solidFill>
            <a:srgbClr val="FFFFFF"/>
          </a:solidFill>
          <a:ln w="7620">
            <a:solidFill>
              <a:srgbClr val="D0E4F0"/>
            </a:solidFill>
            <a:prstDash val="solid"/>
          </a:ln>
        </p:spPr>
        <p:txBody>
          <a:bodyPr/>
          <a:lstStyle/>
          <a:p>
            <a:endParaRPr lang="en-US"/>
          </a:p>
        </p:txBody>
      </p:sp>
      <p:sp>
        <p:nvSpPr>
          <p:cNvPr id="31" name="Text 29"/>
          <p:cNvSpPr/>
          <p:nvPr/>
        </p:nvSpPr>
        <p:spPr>
          <a:xfrm>
            <a:off x="347472" y="3602736"/>
            <a:ext cx="7589520" cy="2439765"/>
          </a:xfrm>
          <a:prstGeom prst="rect">
            <a:avLst/>
          </a:prstGeom>
          <a:noFill/>
          <a:ln/>
        </p:spPr>
        <p:txBody>
          <a:bodyPr wrap="square" lIns="76200" tIns="76200" rIns="76200" bIns="76200" rtlCol="0" anchor="t"/>
          <a:lstStyle/>
          <a:p>
            <a:pPr>
              <a:spcBef>
                <a:spcPts val="500"/>
              </a:spcBef>
              <a:buSzPct val="100000"/>
            </a:pPr>
            <a:r>
              <a:rPr lang="en-US" sz="2100"/>
              <a:t>This project investigates supervised machine learning for predicting short-term equity volatility across S&amp;P 500 constituents. Five models are benchmarked against a naive baseline on 2015–2026 daily data. Lasso Regression achieves the best generalization (Test R² ≈ 0.756). Predictions drive a volatility-parity portfolio delivering 55.17% total return, Sharpe of 2.08, and max drawdown of −7.48% — versus 34.17%, 1.24, and −15.38% for equal-weight.</a:t>
            </a:r>
          </a:p>
          <a:p>
            <a:pPr marL="342900" indent="-342900">
              <a:spcBef>
                <a:spcPts val="500"/>
              </a:spcBef>
              <a:buSzPct val="100000"/>
              <a:buChar char="•"/>
            </a:pPr>
            <a:endParaRPr lang="en-US" sz="2100"/>
          </a:p>
        </p:txBody>
      </p:sp>
      <p:sp>
        <p:nvSpPr>
          <p:cNvPr id="32" name="Shape 30"/>
          <p:cNvSpPr/>
          <p:nvPr/>
        </p:nvSpPr>
        <p:spPr>
          <a:xfrm>
            <a:off x="280416" y="6098794"/>
            <a:ext cx="7772400" cy="420624"/>
          </a:xfrm>
          <a:prstGeom prst="rect">
            <a:avLst/>
          </a:prstGeom>
          <a:solidFill>
            <a:srgbClr val="4A7EA8"/>
          </a:solidFill>
          <a:ln w="12700">
            <a:solidFill>
              <a:srgbClr val="4A7EA8"/>
            </a:solidFill>
            <a:prstDash val="solid"/>
          </a:ln>
        </p:spPr>
        <p:txBody>
          <a:bodyPr/>
          <a:lstStyle/>
          <a:p>
            <a:endParaRPr lang="en-US"/>
          </a:p>
        </p:txBody>
      </p:sp>
      <p:sp>
        <p:nvSpPr>
          <p:cNvPr id="33" name="Text 31"/>
          <p:cNvSpPr/>
          <p:nvPr/>
        </p:nvSpPr>
        <p:spPr>
          <a:xfrm>
            <a:off x="393192" y="6097365"/>
            <a:ext cx="7589520" cy="420624"/>
          </a:xfrm>
          <a:prstGeom prst="rect">
            <a:avLst/>
          </a:prstGeom>
          <a:noFill/>
          <a:ln/>
        </p:spPr>
        <p:txBody>
          <a:bodyPr wrap="square" lIns="0" tIns="0" rIns="0" bIns="0" rtlCol="0" anchor="ctr"/>
          <a:lstStyle/>
          <a:p>
            <a:pPr marL="0" indent="0" algn="l">
              <a:buNone/>
            </a:pPr>
            <a:r>
              <a:rPr lang="en-US" sz="1400" b="1" kern="0" spc="200">
                <a:solidFill>
                  <a:srgbClr val="FFFFFF"/>
                </a:solidFill>
                <a:latin typeface="Calibri" pitchFamily="34" charset="0"/>
                <a:ea typeface="Calibri" pitchFamily="34" charset="-122"/>
                <a:cs typeface="Calibri" pitchFamily="34" charset="-120"/>
              </a:rPr>
              <a:t>PURPOSE &amp; GOALS</a:t>
            </a:r>
            <a:endParaRPr lang="en-US" sz="1400"/>
          </a:p>
        </p:txBody>
      </p:sp>
      <p:sp>
        <p:nvSpPr>
          <p:cNvPr id="34" name="Shape 32"/>
          <p:cNvSpPr/>
          <p:nvPr/>
        </p:nvSpPr>
        <p:spPr>
          <a:xfrm>
            <a:off x="256032" y="6526784"/>
            <a:ext cx="7772400" cy="2922906"/>
          </a:xfrm>
          <a:prstGeom prst="rect">
            <a:avLst/>
          </a:prstGeom>
          <a:solidFill>
            <a:srgbClr val="FFFFFF"/>
          </a:solidFill>
          <a:ln w="7620">
            <a:solidFill>
              <a:srgbClr val="D0E4F0"/>
            </a:solidFill>
            <a:prstDash val="solid"/>
          </a:ln>
        </p:spPr>
        <p:txBody>
          <a:bodyPr/>
          <a:lstStyle/>
          <a:p>
            <a:endParaRPr lang="en-US"/>
          </a:p>
        </p:txBody>
      </p:sp>
      <p:sp>
        <p:nvSpPr>
          <p:cNvPr id="35" name="Text 33"/>
          <p:cNvSpPr/>
          <p:nvPr/>
        </p:nvSpPr>
        <p:spPr>
          <a:xfrm>
            <a:off x="345440" y="6630480"/>
            <a:ext cx="7498080" cy="310896"/>
          </a:xfrm>
          <a:prstGeom prst="rect">
            <a:avLst/>
          </a:prstGeom>
          <a:noFill/>
          <a:ln/>
        </p:spPr>
        <p:txBody>
          <a:bodyPr wrap="square" lIns="50800" tIns="50800" rIns="50800" bIns="50800" rtlCol="0" anchor="ctr"/>
          <a:lstStyle/>
          <a:p>
            <a:pPr marL="0" indent="0" algn="l">
              <a:buNone/>
            </a:pPr>
            <a:r>
              <a:rPr lang="en-US" sz="2000" b="1">
                <a:solidFill>
                  <a:srgbClr val="2D3E5C"/>
                </a:solidFill>
                <a:latin typeface="Calibri" pitchFamily="34" charset="0"/>
                <a:ea typeface="Calibri" pitchFamily="34" charset="-122"/>
                <a:cs typeface="Calibri" pitchFamily="34" charset="-120"/>
              </a:rPr>
              <a:t>Research Question:</a:t>
            </a:r>
            <a:endParaRPr lang="en-US" sz="2000"/>
          </a:p>
        </p:txBody>
      </p:sp>
      <p:sp>
        <p:nvSpPr>
          <p:cNvPr id="36" name="Text 34"/>
          <p:cNvSpPr/>
          <p:nvPr/>
        </p:nvSpPr>
        <p:spPr>
          <a:xfrm>
            <a:off x="318008" y="6968554"/>
            <a:ext cx="7498080" cy="749808"/>
          </a:xfrm>
          <a:prstGeom prst="rect">
            <a:avLst/>
          </a:prstGeom>
          <a:noFill/>
          <a:ln/>
        </p:spPr>
        <p:txBody>
          <a:bodyPr wrap="square" lIns="50800" tIns="50800" rIns="50800" bIns="50800" rtlCol="0" anchor="t"/>
          <a:lstStyle/>
          <a:p>
            <a:pPr marL="0" indent="0" algn="l">
              <a:buNone/>
            </a:pPr>
            <a:r>
              <a:rPr lang="en-US" sz="2100" i="1">
                <a:solidFill>
                  <a:srgbClr val="2D3E5C"/>
                </a:solidFill>
                <a:latin typeface="Calibri" pitchFamily="34" charset="0"/>
                <a:ea typeface="Calibri" pitchFamily="34" charset="-122"/>
                <a:cs typeface="Calibri" pitchFamily="34" charset="-120"/>
              </a:rPr>
              <a:t>Which ML model best predicts next-day equity volatility, and does better accuracy translate into superior risk-adjusted returns?</a:t>
            </a:r>
            <a:endParaRPr lang="en-US" sz="2100"/>
          </a:p>
        </p:txBody>
      </p:sp>
      <p:sp>
        <p:nvSpPr>
          <p:cNvPr id="37" name="Text 35"/>
          <p:cNvSpPr/>
          <p:nvPr/>
        </p:nvSpPr>
        <p:spPr>
          <a:xfrm>
            <a:off x="420624" y="7889113"/>
            <a:ext cx="7498080" cy="274320"/>
          </a:xfrm>
          <a:prstGeom prst="rect">
            <a:avLst/>
          </a:prstGeom>
          <a:noFill/>
          <a:ln/>
        </p:spPr>
        <p:txBody>
          <a:bodyPr wrap="square" lIns="50800" tIns="50800" rIns="50800" bIns="50800" rtlCol="0" anchor="t"/>
          <a:lstStyle/>
          <a:p>
            <a:pPr marL="0" indent="0" algn="l">
              <a:buNone/>
            </a:pPr>
            <a:r>
              <a:rPr lang="en-US" sz="2000" b="1">
                <a:solidFill>
                  <a:srgbClr val="2D3E5C"/>
                </a:solidFill>
                <a:latin typeface="Calibri" pitchFamily="34" charset="0"/>
                <a:ea typeface="Calibri" pitchFamily="34" charset="-122"/>
                <a:cs typeface="Calibri" pitchFamily="34" charset="-120"/>
              </a:rPr>
              <a:t>Goals:</a:t>
            </a:r>
            <a:endParaRPr lang="en-US" sz="2000"/>
          </a:p>
        </p:txBody>
      </p:sp>
      <p:sp>
        <p:nvSpPr>
          <p:cNvPr id="38" name="Text 36"/>
          <p:cNvSpPr/>
          <p:nvPr/>
        </p:nvSpPr>
        <p:spPr>
          <a:xfrm>
            <a:off x="372872" y="8212138"/>
            <a:ext cx="7498080" cy="859536"/>
          </a:xfrm>
          <a:prstGeom prst="rect">
            <a:avLst/>
          </a:prstGeom>
          <a:noFill/>
          <a:ln/>
        </p:spPr>
        <p:txBody>
          <a:bodyPr wrap="square" lIns="76200" tIns="76200" rIns="76200" bIns="76200" rtlCol="0" anchor="t"/>
          <a:lstStyle/>
          <a:p>
            <a:pPr marL="342900" indent="-342900">
              <a:spcBef>
                <a:spcPts val="500"/>
              </a:spcBef>
              <a:buSzPct val="100000"/>
              <a:buChar char="•"/>
            </a:pPr>
            <a:r>
              <a:rPr lang="en-US" sz="2100">
                <a:solidFill>
                  <a:srgbClr val="2D3E5C"/>
                </a:solidFill>
                <a:latin typeface="Calibri" pitchFamily="34" charset="0"/>
                <a:ea typeface="Calibri" pitchFamily="34" charset="-122"/>
                <a:cs typeface="Calibri" pitchFamily="34" charset="-120"/>
              </a:rPr>
              <a:t>Compare 5 regression models systematically.</a:t>
            </a:r>
            <a:endParaRPr lang="en-US" sz="2100"/>
          </a:p>
          <a:p>
            <a:pPr marL="342900" indent="-342900">
              <a:spcBef>
                <a:spcPts val="500"/>
              </a:spcBef>
              <a:buSzPct val="100000"/>
              <a:buChar char="•"/>
            </a:pPr>
            <a:r>
              <a:rPr lang="en-US" sz="2100">
                <a:solidFill>
                  <a:srgbClr val="2D3E5C"/>
                </a:solidFill>
                <a:latin typeface="Calibri" pitchFamily="34" charset="0"/>
                <a:ea typeface="Calibri" pitchFamily="34" charset="-122"/>
                <a:cs typeface="Calibri" pitchFamily="34" charset="-120"/>
              </a:rPr>
              <a:t>Engineer domain-informed features.</a:t>
            </a:r>
            <a:endParaRPr lang="en-US" sz="2100"/>
          </a:p>
          <a:p>
            <a:pPr marL="342900" indent="-342900">
              <a:spcBef>
                <a:spcPts val="500"/>
              </a:spcBef>
              <a:buSzPct val="100000"/>
              <a:buChar char="•"/>
            </a:pPr>
            <a:r>
              <a:rPr lang="en-US" sz="2100">
                <a:solidFill>
                  <a:srgbClr val="2D3E5C"/>
                </a:solidFill>
                <a:latin typeface="Calibri" pitchFamily="34" charset="0"/>
                <a:ea typeface="Calibri" pitchFamily="34" charset="-122"/>
                <a:cs typeface="Calibri" pitchFamily="34" charset="-120"/>
              </a:rPr>
              <a:t>Validate via portfolio backtesting.</a:t>
            </a:r>
            <a:endParaRPr lang="en-US" sz="2100"/>
          </a:p>
        </p:txBody>
      </p:sp>
      <p:sp>
        <p:nvSpPr>
          <p:cNvPr id="39" name="Shape 37"/>
          <p:cNvSpPr/>
          <p:nvPr/>
        </p:nvSpPr>
        <p:spPr>
          <a:xfrm>
            <a:off x="228600" y="9561894"/>
            <a:ext cx="7772400" cy="420624"/>
          </a:xfrm>
          <a:prstGeom prst="rect">
            <a:avLst/>
          </a:prstGeom>
          <a:solidFill>
            <a:srgbClr val="4A7EA8"/>
          </a:solidFill>
          <a:ln w="12700">
            <a:solidFill>
              <a:srgbClr val="4A7EA8"/>
            </a:solidFill>
            <a:prstDash val="solid"/>
          </a:ln>
        </p:spPr>
        <p:txBody>
          <a:bodyPr/>
          <a:lstStyle/>
          <a:p>
            <a:endParaRPr lang="en-US"/>
          </a:p>
        </p:txBody>
      </p:sp>
      <p:sp>
        <p:nvSpPr>
          <p:cNvPr id="40" name="Text 38"/>
          <p:cNvSpPr/>
          <p:nvPr/>
        </p:nvSpPr>
        <p:spPr>
          <a:xfrm>
            <a:off x="345440" y="9560878"/>
            <a:ext cx="7589520" cy="420624"/>
          </a:xfrm>
          <a:prstGeom prst="rect">
            <a:avLst/>
          </a:prstGeom>
          <a:noFill/>
          <a:ln/>
        </p:spPr>
        <p:txBody>
          <a:bodyPr wrap="square" lIns="0" tIns="0" rIns="0" bIns="0" rtlCol="0" anchor="ctr"/>
          <a:lstStyle/>
          <a:p>
            <a:pPr marL="0" indent="0" algn="l">
              <a:buNone/>
            </a:pPr>
            <a:r>
              <a:rPr lang="en-US" sz="1400" b="1" kern="0" spc="200">
                <a:solidFill>
                  <a:srgbClr val="FFFFFF"/>
                </a:solidFill>
                <a:latin typeface="Calibri" pitchFamily="34" charset="0"/>
                <a:ea typeface="Calibri" pitchFamily="34" charset="-122"/>
                <a:cs typeface="Calibri" pitchFamily="34" charset="-120"/>
              </a:rPr>
              <a:t>DATA</a:t>
            </a:r>
            <a:endParaRPr lang="en-US" sz="1400"/>
          </a:p>
        </p:txBody>
      </p:sp>
      <p:sp>
        <p:nvSpPr>
          <p:cNvPr id="41" name="Shape 39"/>
          <p:cNvSpPr/>
          <p:nvPr/>
        </p:nvSpPr>
        <p:spPr>
          <a:xfrm>
            <a:off x="256032" y="9956546"/>
            <a:ext cx="7772400" cy="1231710"/>
          </a:xfrm>
          <a:prstGeom prst="rect">
            <a:avLst/>
          </a:prstGeom>
          <a:solidFill>
            <a:srgbClr val="FFFFFF"/>
          </a:solidFill>
          <a:ln w="7620">
            <a:solidFill>
              <a:srgbClr val="D0E4F0"/>
            </a:solidFill>
            <a:prstDash val="solid"/>
          </a:ln>
        </p:spPr>
        <p:txBody>
          <a:bodyPr/>
          <a:lstStyle/>
          <a:p>
            <a:endParaRPr lang="en-US"/>
          </a:p>
        </p:txBody>
      </p:sp>
      <p:sp>
        <p:nvSpPr>
          <p:cNvPr id="50" name="Shape 48"/>
          <p:cNvSpPr/>
          <p:nvPr/>
        </p:nvSpPr>
        <p:spPr>
          <a:xfrm>
            <a:off x="256032" y="11321352"/>
            <a:ext cx="7772400" cy="420624"/>
          </a:xfrm>
          <a:prstGeom prst="rect">
            <a:avLst/>
          </a:prstGeom>
          <a:solidFill>
            <a:srgbClr val="4A7EA8"/>
          </a:solidFill>
          <a:ln w="12700">
            <a:solidFill>
              <a:srgbClr val="4A7EA8"/>
            </a:solidFill>
            <a:prstDash val="solid"/>
          </a:ln>
        </p:spPr>
        <p:txBody>
          <a:bodyPr/>
          <a:lstStyle/>
          <a:p>
            <a:endParaRPr lang="en-US"/>
          </a:p>
        </p:txBody>
      </p:sp>
      <p:sp>
        <p:nvSpPr>
          <p:cNvPr id="51" name="Text 49"/>
          <p:cNvSpPr/>
          <p:nvPr/>
        </p:nvSpPr>
        <p:spPr>
          <a:xfrm>
            <a:off x="347472" y="11334020"/>
            <a:ext cx="7589520" cy="420624"/>
          </a:xfrm>
          <a:prstGeom prst="rect">
            <a:avLst/>
          </a:prstGeom>
          <a:noFill/>
          <a:ln/>
        </p:spPr>
        <p:txBody>
          <a:bodyPr wrap="square" lIns="0" tIns="0" rIns="0" bIns="0" rtlCol="0" anchor="ctr"/>
          <a:lstStyle/>
          <a:p>
            <a:pPr marL="0" indent="0" algn="l">
              <a:buNone/>
            </a:pPr>
            <a:r>
              <a:rPr lang="en-US" sz="1400" b="1" kern="0" spc="200">
                <a:solidFill>
                  <a:srgbClr val="FFFFFF"/>
                </a:solidFill>
                <a:latin typeface="Calibri" pitchFamily="34" charset="0"/>
                <a:ea typeface="Calibri" pitchFamily="34" charset="-122"/>
                <a:cs typeface="Calibri" pitchFamily="34" charset="-120"/>
              </a:rPr>
              <a:t>METHODS</a:t>
            </a:r>
            <a:endParaRPr lang="en-US" sz="1400"/>
          </a:p>
        </p:txBody>
      </p:sp>
      <p:sp>
        <p:nvSpPr>
          <p:cNvPr id="52" name="Shape 50"/>
          <p:cNvSpPr/>
          <p:nvPr/>
        </p:nvSpPr>
        <p:spPr>
          <a:xfrm>
            <a:off x="228600" y="11761724"/>
            <a:ext cx="7772400" cy="4805300"/>
          </a:xfrm>
          <a:prstGeom prst="rect">
            <a:avLst/>
          </a:prstGeom>
          <a:solidFill>
            <a:srgbClr val="FFFFFF"/>
          </a:solidFill>
          <a:ln w="7620">
            <a:solidFill>
              <a:srgbClr val="D0E4F0"/>
            </a:solidFill>
            <a:prstDash val="solid"/>
          </a:ln>
        </p:spPr>
        <p:txBody>
          <a:bodyPr/>
          <a:lstStyle/>
          <a:p>
            <a:endParaRPr lang="en-US"/>
          </a:p>
        </p:txBody>
      </p:sp>
      <p:sp>
        <p:nvSpPr>
          <p:cNvPr id="53" name="Text 51"/>
          <p:cNvSpPr/>
          <p:nvPr/>
        </p:nvSpPr>
        <p:spPr>
          <a:xfrm>
            <a:off x="280416" y="11722418"/>
            <a:ext cx="7498080" cy="274320"/>
          </a:xfrm>
          <a:prstGeom prst="rect">
            <a:avLst/>
          </a:prstGeom>
          <a:noFill/>
          <a:ln/>
        </p:spPr>
        <p:txBody>
          <a:bodyPr wrap="square" lIns="50800" tIns="50800" rIns="50800" bIns="50800" rtlCol="0" anchor="t"/>
          <a:lstStyle/>
          <a:p>
            <a:pPr marL="0" indent="0" algn="l">
              <a:buNone/>
            </a:pPr>
            <a:r>
              <a:rPr lang="en-US" sz="2000" b="1">
                <a:solidFill>
                  <a:srgbClr val="2D3E5C"/>
                </a:solidFill>
                <a:latin typeface="Calibri" pitchFamily="34" charset="0"/>
                <a:ea typeface="Calibri" pitchFamily="34" charset="-122"/>
                <a:cs typeface="Calibri" pitchFamily="34" charset="-120"/>
              </a:rPr>
              <a:t>Data Split:</a:t>
            </a:r>
            <a:endParaRPr lang="en-US" sz="2000"/>
          </a:p>
        </p:txBody>
      </p:sp>
      <p:sp>
        <p:nvSpPr>
          <p:cNvPr id="54" name="Text 52"/>
          <p:cNvSpPr/>
          <p:nvPr/>
        </p:nvSpPr>
        <p:spPr>
          <a:xfrm>
            <a:off x="265176" y="9993884"/>
            <a:ext cx="7498080" cy="822960"/>
          </a:xfrm>
          <a:prstGeom prst="rect">
            <a:avLst/>
          </a:prstGeom>
          <a:noFill/>
          <a:ln/>
        </p:spPr>
        <p:txBody>
          <a:bodyPr wrap="square" lIns="76200" tIns="76200" rIns="76200" bIns="76200" rtlCol="0" anchor="t"/>
          <a:lstStyle/>
          <a:p>
            <a:pPr marL="342900" indent="-342900">
              <a:spcBef>
                <a:spcPts val="500"/>
              </a:spcBef>
              <a:buSzPct val="100000"/>
              <a:buFont typeface="Arial" panose="020B0604020202020204" pitchFamily="34" charset="0"/>
              <a:buChar char="•"/>
            </a:pPr>
            <a:r>
              <a:rPr lang="en-US" sz="2000">
                <a:solidFill>
                  <a:schemeClr val="tx2"/>
                </a:solidFill>
              </a:rPr>
              <a:t>Daily OHLCV data for S&amp;P 500 constituents spanning January 2015 to April 2026.</a:t>
            </a:r>
          </a:p>
          <a:p>
            <a:pPr marL="342900" indent="-342900">
              <a:spcBef>
                <a:spcPts val="500"/>
              </a:spcBef>
              <a:buSzPct val="100000"/>
              <a:buFont typeface="Arial" panose="020B0604020202020204" pitchFamily="34" charset="0"/>
              <a:buChar char="•"/>
            </a:pPr>
            <a:r>
              <a:rPr lang="en-US" sz="2000">
                <a:solidFill>
                  <a:schemeClr val="tx2"/>
                </a:solidFill>
              </a:rPr>
              <a:t>1,381,187 stock-day observations across hundreds of tickers. </a:t>
            </a:r>
            <a:endParaRPr lang="en-US" sz="2000"/>
          </a:p>
        </p:txBody>
      </p:sp>
      <p:sp>
        <p:nvSpPr>
          <p:cNvPr id="55" name="Text 53"/>
          <p:cNvSpPr/>
          <p:nvPr/>
        </p:nvSpPr>
        <p:spPr>
          <a:xfrm>
            <a:off x="256032" y="13152120"/>
            <a:ext cx="7498080" cy="274320"/>
          </a:xfrm>
          <a:prstGeom prst="rect">
            <a:avLst/>
          </a:prstGeom>
          <a:noFill/>
          <a:ln/>
        </p:spPr>
        <p:txBody>
          <a:bodyPr wrap="square" lIns="50800" tIns="50800" rIns="50800" bIns="50800" rtlCol="0" anchor="t"/>
          <a:lstStyle/>
          <a:p>
            <a:pPr marL="0" indent="0" algn="l">
              <a:buNone/>
            </a:pPr>
            <a:r>
              <a:rPr lang="en-US" sz="2000" b="1">
                <a:solidFill>
                  <a:srgbClr val="2D3E5C"/>
                </a:solidFill>
                <a:latin typeface="Calibri" pitchFamily="34" charset="0"/>
                <a:ea typeface="Calibri" pitchFamily="34" charset="-122"/>
                <a:cs typeface="Calibri" pitchFamily="34" charset="-120"/>
              </a:rPr>
              <a:t>Models:</a:t>
            </a:r>
            <a:endParaRPr lang="en-US" sz="2000"/>
          </a:p>
        </p:txBody>
      </p:sp>
      <p:sp>
        <p:nvSpPr>
          <p:cNvPr id="56" name="Shape 54"/>
          <p:cNvSpPr/>
          <p:nvPr/>
        </p:nvSpPr>
        <p:spPr>
          <a:xfrm>
            <a:off x="308864" y="13543788"/>
            <a:ext cx="7443216" cy="402336"/>
          </a:xfrm>
          <a:prstGeom prst="rect">
            <a:avLst/>
          </a:prstGeom>
          <a:solidFill>
            <a:srgbClr val="E8F1F8"/>
          </a:solidFill>
          <a:ln w="5080">
            <a:solidFill>
              <a:srgbClr val="D0E4F0"/>
            </a:solidFill>
            <a:prstDash val="solid"/>
          </a:ln>
        </p:spPr>
        <p:txBody>
          <a:bodyPr/>
          <a:lstStyle/>
          <a:p>
            <a:endParaRPr lang="en-US"/>
          </a:p>
        </p:txBody>
      </p:sp>
      <p:sp>
        <p:nvSpPr>
          <p:cNvPr id="57" name="Shape 55"/>
          <p:cNvSpPr/>
          <p:nvPr/>
        </p:nvSpPr>
        <p:spPr>
          <a:xfrm>
            <a:off x="281432" y="13543788"/>
            <a:ext cx="64008" cy="402336"/>
          </a:xfrm>
          <a:prstGeom prst="rect">
            <a:avLst/>
          </a:prstGeom>
          <a:solidFill>
            <a:srgbClr val="2D3E5C"/>
          </a:solidFill>
          <a:ln w="12700">
            <a:solidFill>
              <a:srgbClr val="2D3E5C"/>
            </a:solidFill>
            <a:prstDash val="solid"/>
          </a:ln>
        </p:spPr>
        <p:txBody>
          <a:bodyPr/>
          <a:lstStyle/>
          <a:p>
            <a:endParaRPr lang="en-US"/>
          </a:p>
        </p:txBody>
      </p:sp>
      <p:sp>
        <p:nvSpPr>
          <p:cNvPr id="58" name="Text 56"/>
          <p:cNvSpPr/>
          <p:nvPr/>
        </p:nvSpPr>
        <p:spPr>
          <a:xfrm>
            <a:off x="402336" y="13558012"/>
            <a:ext cx="7269480" cy="402336"/>
          </a:xfrm>
          <a:prstGeom prst="rect">
            <a:avLst/>
          </a:prstGeom>
          <a:noFill/>
          <a:ln/>
        </p:spPr>
        <p:txBody>
          <a:bodyPr wrap="square" lIns="0" tIns="0" rIns="0" bIns="0" rtlCol="0" anchor="ctr"/>
          <a:lstStyle/>
          <a:p>
            <a:pPr marL="0" indent="0" algn="l">
              <a:buNone/>
            </a:pPr>
            <a:r>
              <a:rPr lang="en-US" sz="2000" b="1">
                <a:solidFill>
                  <a:srgbClr val="2D3E5C"/>
                </a:solidFill>
                <a:latin typeface="Calibri" pitchFamily="34" charset="0"/>
                <a:ea typeface="Calibri" pitchFamily="34" charset="-122"/>
                <a:cs typeface="Calibri" pitchFamily="34" charset="-120"/>
              </a:rPr>
              <a:t>Lasso Regression ★</a:t>
            </a:r>
            <a:endParaRPr lang="en-US" sz="2000"/>
          </a:p>
        </p:txBody>
      </p:sp>
      <p:sp>
        <p:nvSpPr>
          <p:cNvPr id="59" name="Shape 57"/>
          <p:cNvSpPr/>
          <p:nvPr/>
        </p:nvSpPr>
        <p:spPr>
          <a:xfrm>
            <a:off x="354584" y="13974572"/>
            <a:ext cx="7443216" cy="402336"/>
          </a:xfrm>
          <a:prstGeom prst="rect">
            <a:avLst/>
          </a:prstGeom>
          <a:solidFill>
            <a:srgbClr val="FFFFFF"/>
          </a:solidFill>
          <a:ln w="5080">
            <a:solidFill>
              <a:srgbClr val="D0E4F0"/>
            </a:solidFill>
            <a:prstDash val="solid"/>
          </a:ln>
        </p:spPr>
        <p:txBody>
          <a:bodyPr/>
          <a:lstStyle/>
          <a:p>
            <a:endParaRPr lang="en-US"/>
          </a:p>
        </p:txBody>
      </p:sp>
      <p:sp>
        <p:nvSpPr>
          <p:cNvPr id="60" name="Shape 58"/>
          <p:cNvSpPr/>
          <p:nvPr/>
        </p:nvSpPr>
        <p:spPr>
          <a:xfrm>
            <a:off x="281432" y="13974572"/>
            <a:ext cx="64008" cy="402336"/>
          </a:xfrm>
          <a:prstGeom prst="rect">
            <a:avLst/>
          </a:prstGeom>
          <a:solidFill>
            <a:srgbClr val="4A7EA8"/>
          </a:solidFill>
          <a:ln w="12700">
            <a:solidFill>
              <a:srgbClr val="4A7EA8"/>
            </a:solidFill>
            <a:prstDash val="solid"/>
          </a:ln>
        </p:spPr>
        <p:txBody>
          <a:bodyPr/>
          <a:lstStyle/>
          <a:p>
            <a:endParaRPr lang="en-US"/>
          </a:p>
        </p:txBody>
      </p:sp>
      <p:sp>
        <p:nvSpPr>
          <p:cNvPr id="61" name="Text 59"/>
          <p:cNvSpPr/>
          <p:nvPr/>
        </p:nvSpPr>
        <p:spPr>
          <a:xfrm>
            <a:off x="409448" y="13988796"/>
            <a:ext cx="7269480" cy="402336"/>
          </a:xfrm>
          <a:prstGeom prst="rect">
            <a:avLst/>
          </a:prstGeom>
          <a:noFill/>
          <a:ln/>
        </p:spPr>
        <p:txBody>
          <a:bodyPr wrap="square" lIns="0" tIns="0" rIns="0" bIns="0" rtlCol="0" anchor="ctr"/>
          <a:lstStyle/>
          <a:p>
            <a:pPr marL="0" indent="0" algn="l">
              <a:buNone/>
            </a:pPr>
            <a:r>
              <a:rPr lang="en-US" sz="2000" dirty="0">
                <a:solidFill>
                  <a:srgbClr val="2D3E5C"/>
                </a:solidFill>
                <a:latin typeface="Calibri" pitchFamily="34" charset="0"/>
                <a:ea typeface="Calibri" pitchFamily="34" charset="-122"/>
                <a:cs typeface="Calibri" pitchFamily="34" charset="-120"/>
              </a:rPr>
              <a:t>Ridge Regression</a:t>
            </a:r>
            <a:endParaRPr lang="en-US" sz="2000" dirty="0"/>
          </a:p>
        </p:txBody>
      </p:sp>
      <p:sp>
        <p:nvSpPr>
          <p:cNvPr id="62" name="Shape 60"/>
          <p:cNvSpPr/>
          <p:nvPr/>
        </p:nvSpPr>
        <p:spPr>
          <a:xfrm>
            <a:off x="345440" y="14383988"/>
            <a:ext cx="7443216" cy="402336"/>
          </a:xfrm>
          <a:prstGeom prst="rect">
            <a:avLst/>
          </a:prstGeom>
          <a:solidFill>
            <a:srgbClr val="E8F1F8"/>
          </a:solidFill>
          <a:ln w="5080">
            <a:solidFill>
              <a:srgbClr val="D0E4F0"/>
            </a:solidFill>
            <a:prstDash val="solid"/>
          </a:ln>
        </p:spPr>
        <p:txBody>
          <a:bodyPr/>
          <a:lstStyle/>
          <a:p>
            <a:endParaRPr lang="en-US"/>
          </a:p>
        </p:txBody>
      </p:sp>
      <p:sp>
        <p:nvSpPr>
          <p:cNvPr id="63" name="Shape 61"/>
          <p:cNvSpPr/>
          <p:nvPr/>
        </p:nvSpPr>
        <p:spPr>
          <a:xfrm>
            <a:off x="281432" y="14400276"/>
            <a:ext cx="64008" cy="402336"/>
          </a:xfrm>
          <a:prstGeom prst="rect">
            <a:avLst/>
          </a:prstGeom>
          <a:solidFill>
            <a:srgbClr val="4A7EA8"/>
          </a:solidFill>
          <a:ln w="12700">
            <a:solidFill>
              <a:srgbClr val="4A7EA8"/>
            </a:solidFill>
            <a:prstDash val="solid"/>
          </a:ln>
        </p:spPr>
        <p:txBody>
          <a:bodyPr/>
          <a:lstStyle/>
          <a:p>
            <a:endParaRPr lang="en-US"/>
          </a:p>
        </p:txBody>
      </p:sp>
      <p:sp>
        <p:nvSpPr>
          <p:cNvPr id="64" name="Text 62"/>
          <p:cNvSpPr/>
          <p:nvPr/>
        </p:nvSpPr>
        <p:spPr>
          <a:xfrm>
            <a:off x="432308" y="14387846"/>
            <a:ext cx="7269480" cy="402336"/>
          </a:xfrm>
          <a:prstGeom prst="rect">
            <a:avLst/>
          </a:prstGeom>
          <a:noFill/>
          <a:ln/>
        </p:spPr>
        <p:txBody>
          <a:bodyPr wrap="square" lIns="0" tIns="0" rIns="0" bIns="0" rtlCol="0" anchor="ctr"/>
          <a:lstStyle/>
          <a:p>
            <a:pPr marL="0" indent="0" algn="l">
              <a:buNone/>
            </a:pPr>
            <a:r>
              <a:rPr lang="en-US" sz="2000">
                <a:solidFill>
                  <a:srgbClr val="2D3E5C"/>
                </a:solidFill>
                <a:latin typeface="Calibri" pitchFamily="34" charset="0"/>
                <a:ea typeface="Calibri" pitchFamily="34" charset="-122"/>
                <a:cs typeface="Calibri" pitchFamily="34" charset="-120"/>
              </a:rPr>
              <a:t>Gradient Boosting</a:t>
            </a:r>
            <a:endParaRPr lang="en-US" sz="2000"/>
          </a:p>
        </p:txBody>
      </p:sp>
      <p:sp>
        <p:nvSpPr>
          <p:cNvPr id="65" name="Shape 63"/>
          <p:cNvSpPr/>
          <p:nvPr/>
        </p:nvSpPr>
        <p:spPr>
          <a:xfrm>
            <a:off x="370840" y="14799834"/>
            <a:ext cx="7443216" cy="402336"/>
          </a:xfrm>
          <a:prstGeom prst="rect">
            <a:avLst/>
          </a:prstGeom>
          <a:solidFill>
            <a:srgbClr val="FFFFFF"/>
          </a:solidFill>
          <a:ln w="5080">
            <a:solidFill>
              <a:srgbClr val="D0E4F0"/>
            </a:solidFill>
            <a:prstDash val="solid"/>
          </a:ln>
        </p:spPr>
        <p:txBody>
          <a:bodyPr/>
          <a:lstStyle/>
          <a:p>
            <a:endParaRPr lang="en-US"/>
          </a:p>
        </p:txBody>
      </p:sp>
      <p:sp>
        <p:nvSpPr>
          <p:cNvPr id="66" name="Shape 64"/>
          <p:cNvSpPr/>
          <p:nvPr/>
        </p:nvSpPr>
        <p:spPr>
          <a:xfrm>
            <a:off x="280416" y="14834108"/>
            <a:ext cx="64008" cy="402336"/>
          </a:xfrm>
          <a:prstGeom prst="rect">
            <a:avLst/>
          </a:prstGeom>
          <a:solidFill>
            <a:srgbClr val="4A7EA8"/>
          </a:solidFill>
          <a:ln w="12700">
            <a:solidFill>
              <a:srgbClr val="4A7EA8"/>
            </a:solidFill>
            <a:prstDash val="solid"/>
          </a:ln>
        </p:spPr>
        <p:txBody>
          <a:bodyPr/>
          <a:lstStyle/>
          <a:p>
            <a:endParaRPr lang="en-US"/>
          </a:p>
        </p:txBody>
      </p:sp>
      <p:sp>
        <p:nvSpPr>
          <p:cNvPr id="67" name="Text 65"/>
          <p:cNvSpPr/>
          <p:nvPr/>
        </p:nvSpPr>
        <p:spPr>
          <a:xfrm>
            <a:off x="427736" y="14816836"/>
            <a:ext cx="7269480" cy="402336"/>
          </a:xfrm>
          <a:prstGeom prst="rect">
            <a:avLst/>
          </a:prstGeom>
          <a:noFill/>
          <a:ln/>
        </p:spPr>
        <p:txBody>
          <a:bodyPr wrap="square" lIns="0" tIns="0" rIns="0" bIns="0" rtlCol="0" anchor="ctr"/>
          <a:lstStyle/>
          <a:p>
            <a:pPr marL="0" indent="0" algn="l">
              <a:buNone/>
            </a:pPr>
            <a:r>
              <a:rPr lang="en-US" sz="2000">
                <a:solidFill>
                  <a:srgbClr val="2D3E5C"/>
                </a:solidFill>
                <a:latin typeface="Calibri" pitchFamily="34" charset="0"/>
                <a:ea typeface="Calibri" pitchFamily="34" charset="-122"/>
                <a:cs typeface="Calibri" pitchFamily="34" charset="-120"/>
              </a:rPr>
              <a:t>Random Forest</a:t>
            </a:r>
            <a:endParaRPr lang="en-US" sz="2000"/>
          </a:p>
        </p:txBody>
      </p:sp>
      <p:sp>
        <p:nvSpPr>
          <p:cNvPr id="68" name="Shape 66"/>
          <p:cNvSpPr/>
          <p:nvPr/>
        </p:nvSpPr>
        <p:spPr>
          <a:xfrm>
            <a:off x="354584" y="15233968"/>
            <a:ext cx="7443216" cy="402336"/>
          </a:xfrm>
          <a:prstGeom prst="rect">
            <a:avLst/>
          </a:prstGeom>
          <a:solidFill>
            <a:srgbClr val="E8F1F8"/>
          </a:solidFill>
          <a:ln w="5080">
            <a:solidFill>
              <a:srgbClr val="D0E4F0"/>
            </a:solidFill>
            <a:prstDash val="solid"/>
          </a:ln>
        </p:spPr>
        <p:txBody>
          <a:bodyPr/>
          <a:lstStyle/>
          <a:p>
            <a:endParaRPr lang="en-US"/>
          </a:p>
        </p:txBody>
      </p:sp>
      <p:sp>
        <p:nvSpPr>
          <p:cNvPr id="69" name="Shape 67"/>
          <p:cNvSpPr/>
          <p:nvPr/>
        </p:nvSpPr>
        <p:spPr>
          <a:xfrm>
            <a:off x="280416" y="15258320"/>
            <a:ext cx="64008" cy="402336"/>
          </a:xfrm>
          <a:prstGeom prst="rect">
            <a:avLst/>
          </a:prstGeom>
          <a:solidFill>
            <a:srgbClr val="4A7EA8"/>
          </a:solidFill>
          <a:ln w="12700">
            <a:solidFill>
              <a:srgbClr val="4A7EA8"/>
            </a:solidFill>
            <a:prstDash val="solid"/>
          </a:ln>
        </p:spPr>
        <p:txBody>
          <a:bodyPr/>
          <a:lstStyle/>
          <a:p>
            <a:endParaRPr lang="en-US"/>
          </a:p>
        </p:txBody>
      </p:sp>
      <p:sp>
        <p:nvSpPr>
          <p:cNvPr id="70" name="Text 68"/>
          <p:cNvSpPr/>
          <p:nvPr/>
        </p:nvSpPr>
        <p:spPr>
          <a:xfrm>
            <a:off x="409448" y="15215680"/>
            <a:ext cx="7269480" cy="402336"/>
          </a:xfrm>
          <a:prstGeom prst="rect">
            <a:avLst/>
          </a:prstGeom>
          <a:noFill/>
          <a:ln/>
        </p:spPr>
        <p:txBody>
          <a:bodyPr wrap="square" lIns="0" tIns="0" rIns="0" bIns="0" rtlCol="0" anchor="ctr"/>
          <a:lstStyle/>
          <a:p>
            <a:pPr marL="0" indent="0" algn="l">
              <a:buNone/>
            </a:pPr>
            <a:r>
              <a:rPr lang="en-US" sz="2000">
                <a:solidFill>
                  <a:srgbClr val="2D3E5C"/>
                </a:solidFill>
                <a:latin typeface="Calibri" pitchFamily="34" charset="0"/>
                <a:ea typeface="Calibri" pitchFamily="34" charset="-122"/>
                <a:cs typeface="Calibri" pitchFamily="34" charset="-120"/>
              </a:rPr>
              <a:t>Decision Tree</a:t>
            </a:r>
            <a:endParaRPr lang="en-US" sz="2000"/>
          </a:p>
        </p:txBody>
      </p:sp>
      <p:sp>
        <p:nvSpPr>
          <p:cNvPr id="71" name="Text 69"/>
          <p:cNvSpPr/>
          <p:nvPr/>
        </p:nvSpPr>
        <p:spPr>
          <a:xfrm>
            <a:off x="280416" y="15725330"/>
            <a:ext cx="7498080" cy="256032"/>
          </a:xfrm>
          <a:prstGeom prst="rect">
            <a:avLst/>
          </a:prstGeom>
          <a:noFill/>
          <a:ln/>
        </p:spPr>
        <p:txBody>
          <a:bodyPr wrap="square" lIns="50800" tIns="50800" rIns="50800" bIns="50800" rtlCol="0" anchor="t"/>
          <a:lstStyle/>
          <a:p>
            <a:pPr marL="0" indent="0" algn="l">
              <a:buNone/>
            </a:pPr>
            <a:r>
              <a:rPr lang="en-US" sz="2000" b="1" dirty="0">
                <a:solidFill>
                  <a:srgbClr val="2D3E5C"/>
                </a:solidFill>
                <a:latin typeface="Calibri" pitchFamily="34" charset="0"/>
                <a:ea typeface="Calibri" pitchFamily="34" charset="-122"/>
                <a:cs typeface="Calibri" pitchFamily="34" charset="-120"/>
              </a:rPr>
              <a:t>Evaluation:</a:t>
            </a:r>
            <a:endParaRPr lang="en-US" sz="2000" dirty="0"/>
          </a:p>
        </p:txBody>
      </p:sp>
      <p:sp>
        <p:nvSpPr>
          <p:cNvPr id="72" name="Text 70"/>
          <p:cNvSpPr/>
          <p:nvPr/>
        </p:nvSpPr>
        <p:spPr>
          <a:xfrm>
            <a:off x="299720" y="16054839"/>
            <a:ext cx="7498080" cy="228600"/>
          </a:xfrm>
          <a:prstGeom prst="rect">
            <a:avLst/>
          </a:prstGeom>
          <a:noFill/>
          <a:ln/>
        </p:spPr>
        <p:txBody>
          <a:bodyPr wrap="square" lIns="50800" tIns="50800" rIns="50800" bIns="50800" rtlCol="0" anchor="t"/>
          <a:lstStyle/>
          <a:p>
            <a:pPr marL="0" indent="0" algn="l">
              <a:buNone/>
            </a:pPr>
            <a:r>
              <a:rPr lang="en-US" sz="2000" dirty="0">
                <a:solidFill>
                  <a:srgbClr val="2D3E5C"/>
                </a:solidFill>
                <a:latin typeface="Calibri" pitchFamily="34" charset="0"/>
                <a:ea typeface="Calibri" pitchFamily="34" charset="-122"/>
                <a:cs typeface="Calibri" pitchFamily="34" charset="-120"/>
              </a:rPr>
              <a:t>5-fold time-series CV · RMSE · MAE · R²</a:t>
            </a:r>
            <a:endParaRPr lang="en-US" sz="2000" dirty="0"/>
          </a:p>
        </p:txBody>
      </p:sp>
      <p:sp>
        <p:nvSpPr>
          <p:cNvPr id="73" name="Shape 71"/>
          <p:cNvSpPr/>
          <p:nvPr/>
        </p:nvSpPr>
        <p:spPr>
          <a:xfrm>
            <a:off x="256032" y="16656178"/>
            <a:ext cx="7772400" cy="420624"/>
          </a:xfrm>
          <a:prstGeom prst="rect">
            <a:avLst/>
          </a:prstGeom>
          <a:solidFill>
            <a:srgbClr val="4A7EA8"/>
          </a:solidFill>
          <a:ln w="12700">
            <a:solidFill>
              <a:srgbClr val="4A7EA8"/>
            </a:solidFill>
            <a:prstDash val="solid"/>
          </a:ln>
        </p:spPr>
        <p:txBody>
          <a:bodyPr/>
          <a:lstStyle/>
          <a:p>
            <a:endParaRPr lang="en-US"/>
          </a:p>
        </p:txBody>
      </p:sp>
      <p:sp>
        <p:nvSpPr>
          <p:cNvPr id="74" name="Text 72"/>
          <p:cNvSpPr/>
          <p:nvPr/>
        </p:nvSpPr>
        <p:spPr>
          <a:xfrm>
            <a:off x="370840" y="16700628"/>
            <a:ext cx="7589520" cy="420624"/>
          </a:xfrm>
          <a:prstGeom prst="rect">
            <a:avLst/>
          </a:prstGeom>
          <a:noFill/>
          <a:ln/>
        </p:spPr>
        <p:txBody>
          <a:bodyPr wrap="square" lIns="0" tIns="0" rIns="0" bIns="0" rtlCol="0" anchor="ctr"/>
          <a:lstStyle/>
          <a:p>
            <a:r>
              <a:rPr lang="en-US" sz="1400" b="1" kern="0" spc="200">
                <a:solidFill>
                  <a:srgbClr val="FFFFFF"/>
                </a:solidFill>
                <a:latin typeface="Calibri" pitchFamily="34" charset="0"/>
                <a:ea typeface="Calibri" pitchFamily="34" charset="-122"/>
                <a:cs typeface="Calibri" pitchFamily="34" charset="-120"/>
              </a:rPr>
              <a:t>FEATURE ENGINEERING</a:t>
            </a:r>
            <a:endParaRPr lang="en-US" sz="1400"/>
          </a:p>
        </p:txBody>
      </p:sp>
      <p:sp>
        <p:nvSpPr>
          <p:cNvPr id="75" name="Shape 73"/>
          <p:cNvSpPr/>
          <p:nvPr/>
        </p:nvSpPr>
        <p:spPr>
          <a:xfrm>
            <a:off x="256032" y="17076802"/>
            <a:ext cx="7772400" cy="4439030"/>
          </a:xfrm>
          <a:prstGeom prst="rect">
            <a:avLst/>
          </a:prstGeom>
          <a:solidFill>
            <a:srgbClr val="FFFFFF"/>
          </a:solidFill>
          <a:ln w="7620">
            <a:solidFill>
              <a:srgbClr val="D0E4F0"/>
            </a:solidFill>
            <a:prstDash val="solid"/>
          </a:ln>
        </p:spPr>
        <p:txBody>
          <a:bodyPr/>
          <a:lstStyle/>
          <a:p>
            <a:endParaRPr lang="en-US"/>
          </a:p>
        </p:txBody>
      </p:sp>
      <p:sp>
        <p:nvSpPr>
          <p:cNvPr id="77" name="Shape 75"/>
          <p:cNvSpPr/>
          <p:nvPr/>
        </p:nvSpPr>
        <p:spPr>
          <a:xfrm>
            <a:off x="8302752" y="3035808"/>
            <a:ext cx="16312896" cy="420624"/>
          </a:xfrm>
          <a:prstGeom prst="rect">
            <a:avLst/>
          </a:prstGeom>
          <a:solidFill>
            <a:srgbClr val="4A7EA8"/>
          </a:solidFill>
          <a:ln w="12700">
            <a:solidFill>
              <a:srgbClr val="4A7EA8"/>
            </a:solidFill>
            <a:prstDash val="solid"/>
          </a:ln>
        </p:spPr>
        <p:txBody>
          <a:bodyPr/>
          <a:lstStyle/>
          <a:p>
            <a:endParaRPr lang="en-US"/>
          </a:p>
        </p:txBody>
      </p:sp>
      <p:sp>
        <p:nvSpPr>
          <p:cNvPr id="78" name="Text 76"/>
          <p:cNvSpPr/>
          <p:nvPr/>
        </p:nvSpPr>
        <p:spPr>
          <a:xfrm>
            <a:off x="8467344" y="3145536"/>
            <a:ext cx="16130016" cy="420624"/>
          </a:xfrm>
          <a:prstGeom prst="rect">
            <a:avLst/>
          </a:prstGeom>
          <a:noFill/>
          <a:ln/>
        </p:spPr>
        <p:txBody>
          <a:bodyPr wrap="square" lIns="0" tIns="0" rIns="0" bIns="0" rtlCol="0" anchor="ctr"/>
          <a:lstStyle/>
          <a:p>
            <a:r>
              <a:rPr lang="en-US" sz="1400" b="1" kern="0" spc="200">
                <a:solidFill>
                  <a:srgbClr val="FFFFFF"/>
                </a:solidFill>
                <a:latin typeface="Calibri" pitchFamily="34" charset="0"/>
                <a:ea typeface="Calibri" pitchFamily="34" charset="-122"/>
                <a:cs typeface="Calibri" pitchFamily="34" charset="-120"/>
              </a:rPr>
              <a:t>PREDICTED VS ACTUAL VOLATILITY (AAPL)</a:t>
            </a:r>
          </a:p>
          <a:p>
            <a:endParaRPr lang="en-US" sz="1400"/>
          </a:p>
        </p:txBody>
      </p:sp>
      <p:sp>
        <p:nvSpPr>
          <p:cNvPr id="79" name="Shape 77"/>
          <p:cNvSpPr/>
          <p:nvPr/>
        </p:nvSpPr>
        <p:spPr>
          <a:xfrm>
            <a:off x="8302752" y="3529584"/>
            <a:ext cx="16312896" cy="5717036"/>
          </a:xfrm>
          <a:prstGeom prst="rect">
            <a:avLst/>
          </a:prstGeom>
          <a:solidFill>
            <a:srgbClr val="E8F1F8"/>
          </a:solidFill>
          <a:ln w="7620">
            <a:solidFill>
              <a:srgbClr val="D0E4F0"/>
            </a:solidFill>
            <a:prstDash val="solid"/>
          </a:ln>
        </p:spPr>
        <p:txBody>
          <a:bodyPr/>
          <a:lstStyle/>
          <a:p>
            <a:endParaRPr lang="en-US"/>
          </a:p>
        </p:txBody>
      </p:sp>
      <p:sp>
        <p:nvSpPr>
          <p:cNvPr id="81" name="Text 79"/>
          <p:cNvSpPr/>
          <p:nvPr/>
        </p:nvSpPr>
        <p:spPr>
          <a:xfrm>
            <a:off x="8522208" y="3602736"/>
            <a:ext cx="15983712" cy="1389888"/>
          </a:xfrm>
          <a:prstGeom prst="rect">
            <a:avLst/>
          </a:prstGeom>
          <a:noFill/>
          <a:ln/>
        </p:spPr>
        <p:txBody>
          <a:bodyPr wrap="square" rtlCol="0" anchor="ctr"/>
          <a:lstStyle/>
          <a:p>
            <a:pPr marL="0" indent="0" algn="ctr">
              <a:buNone/>
            </a:pPr>
            <a:endParaRPr lang="en-US" sz="2600"/>
          </a:p>
        </p:txBody>
      </p:sp>
      <p:sp>
        <p:nvSpPr>
          <p:cNvPr id="85" name="Text 83"/>
          <p:cNvSpPr/>
          <p:nvPr/>
        </p:nvSpPr>
        <p:spPr>
          <a:xfrm>
            <a:off x="8302752" y="5687568"/>
            <a:ext cx="16312896" cy="310896"/>
          </a:xfrm>
          <a:prstGeom prst="rect">
            <a:avLst/>
          </a:prstGeom>
          <a:noFill/>
          <a:ln/>
        </p:spPr>
        <p:txBody>
          <a:bodyPr wrap="square" lIns="0" tIns="0" rIns="0" bIns="0" rtlCol="0" anchor="ctr"/>
          <a:lstStyle/>
          <a:p>
            <a:pPr marL="0" indent="0" algn="ctr">
              <a:buNone/>
            </a:pPr>
            <a:endParaRPr lang="en-US" sz="1900"/>
          </a:p>
        </p:txBody>
      </p:sp>
      <p:graphicFrame>
        <p:nvGraphicFramePr>
          <p:cNvPr id="86" name="Table 0"/>
          <p:cNvGraphicFramePr>
            <a:graphicFrameLocks noGrp="1"/>
          </p:cNvGraphicFramePr>
          <p:nvPr>
            <p:extLst>
              <p:ext uri="{D42A27DB-BD31-4B8C-83A1-F6EECF244321}">
                <p14:modId xmlns:p14="http://schemas.microsoft.com/office/powerpoint/2010/main" val="248196699"/>
              </p:ext>
            </p:extLst>
          </p:nvPr>
        </p:nvGraphicFramePr>
        <p:xfrm>
          <a:off x="1389888" y="17118904"/>
          <a:ext cx="5084064" cy="4246560"/>
        </p:xfrm>
        <a:graphic>
          <a:graphicData uri="http://schemas.openxmlformats.org/drawingml/2006/table">
            <a:tbl>
              <a:tblPr/>
              <a:tblGrid>
                <a:gridCol w="3177541">
                  <a:extLst>
                    <a:ext uri="{9D8B030D-6E8A-4147-A177-3AD203B41FA5}">
                      <a16:colId xmlns:a16="http://schemas.microsoft.com/office/drawing/2014/main" val="20000"/>
                    </a:ext>
                  </a:extLst>
                </a:gridCol>
                <a:gridCol w="1906523">
                  <a:extLst>
                    <a:ext uri="{9D8B030D-6E8A-4147-A177-3AD203B41FA5}">
                      <a16:colId xmlns:a16="http://schemas.microsoft.com/office/drawing/2014/main" val="20001"/>
                    </a:ext>
                  </a:extLst>
                </a:gridCol>
              </a:tblGrid>
              <a:tr h="424656">
                <a:tc>
                  <a:txBody>
                    <a:bodyPr/>
                    <a:lstStyle/>
                    <a:p>
                      <a:pPr marL="0" indent="0" algn="ctr">
                        <a:buNone/>
                      </a:pPr>
                      <a:r>
                        <a:rPr lang="en-US" sz="1900" b="1">
                          <a:solidFill>
                            <a:srgbClr val="FFFFFF"/>
                          </a:solidFill>
                          <a:latin typeface="Calibri" pitchFamily="34" charset="0"/>
                          <a:ea typeface="Calibri" pitchFamily="34" charset="-122"/>
                          <a:cs typeface="Calibri" pitchFamily="34" charset="-120"/>
                        </a:rPr>
                        <a:t>Feature</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4A7EA8"/>
                    </a:solidFill>
                  </a:tcPr>
                </a:tc>
                <a:tc>
                  <a:txBody>
                    <a:bodyPr/>
                    <a:lstStyle/>
                    <a:p>
                      <a:pPr marL="0" indent="0" algn="ctr">
                        <a:buNone/>
                      </a:pPr>
                      <a:r>
                        <a:rPr lang="en-US" sz="1900" b="1">
                          <a:solidFill>
                            <a:srgbClr val="FFFFFF"/>
                          </a:solidFill>
                          <a:latin typeface="Calibri" pitchFamily="34" charset="0"/>
                          <a:ea typeface="Calibri" pitchFamily="34" charset="-122"/>
                          <a:cs typeface="Calibri" pitchFamily="34" charset="-120"/>
                        </a:rPr>
                        <a:t>Correlation</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4A7EA8"/>
                    </a:solidFill>
                  </a:tcPr>
                </a:tc>
                <a:extLst>
                  <a:ext uri="{0D108BD9-81ED-4DB2-BD59-A6C34878D82A}">
                    <a16:rowId xmlns:a16="http://schemas.microsoft.com/office/drawing/2014/main" val="10000"/>
                  </a:ext>
                </a:extLst>
              </a:tr>
              <a:tr h="424656">
                <a:tc>
                  <a:txBody>
                    <a:bodyPr/>
                    <a:lstStyle/>
                    <a:p>
                      <a:pPr marL="0" indent="0" algn="ctr">
                        <a:buNone/>
                      </a:pPr>
                      <a:r>
                        <a:rPr lang="en-US" sz="1900" b="1" err="1">
                          <a:solidFill>
                            <a:srgbClr val="2D3E5C"/>
                          </a:solidFill>
                          <a:latin typeface="Calibri" pitchFamily="34" charset="0"/>
                          <a:ea typeface="Calibri" pitchFamily="34" charset="-122"/>
                          <a:cs typeface="Calibri" pitchFamily="34" charset="-120"/>
                        </a:rPr>
                        <a:t>ewma_vol</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+0.888</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1"/>
                  </a:ext>
                </a:extLst>
              </a:tr>
              <a:tr h="424656">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vol_10</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+0.828</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4656">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vol_lag_1</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+0.827</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3"/>
                  </a:ext>
                </a:extLst>
              </a:tr>
              <a:tr h="424656">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vol_lag_2</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+0.742</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4656">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r_pos_5</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+0.662</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5"/>
                  </a:ext>
                </a:extLst>
              </a:tr>
              <a:tr h="424656">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r_neg_5</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−0.756</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4656">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return_lag_1</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−0.047</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7"/>
                  </a:ext>
                </a:extLst>
              </a:tr>
              <a:tr h="424656">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return_lag_2</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−0.062</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24656">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return_10</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900" b="1">
                          <a:solidFill>
                            <a:srgbClr val="2D3E5C"/>
                          </a:solidFill>
                          <a:latin typeface="Calibri" pitchFamily="34" charset="0"/>
                          <a:ea typeface="Calibri" pitchFamily="34" charset="-122"/>
                          <a:cs typeface="Calibri" pitchFamily="34" charset="-120"/>
                        </a:rPr>
                        <a:t>−0.174</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9"/>
                  </a:ext>
                </a:extLst>
              </a:tr>
            </a:tbl>
          </a:graphicData>
        </a:graphic>
      </p:graphicFrame>
      <p:sp>
        <p:nvSpPr>
          <p:cNvPr id="87" name="Shape 84"/>
          <p:cNvSpPr/>
          <p:nvPr/>
        </p:nvSpPr>
        <p:spPr>
          <a:xfrm>
            <a:off x="8302752" y="9246620"/>
            <a:ext cx="16312896" cy="420624"/>
          </a:xfrm>
          <a:prstGeom prst="rect">
            <a:avLst/>
          </a:prstGeom>
          <a:solidFill>
            <a:srgbClr val="4A7EA8"/>
          </a:solidFill>
          <a:ln w="12700">
            <a:solidFill>
              <a:srgbClr val="4A7EA8"/>
            </a:solidFill>
            <a:prstDash val="solid"/>
          </a:ln>
        </p:spPr>
        <p:txBody>
          <a:bodyPr/>
          <a:lstStyle/>
          <a:p>
            <a:endParaRPr lang="en-US"/>
          </a:p>
        </p:txBody>
      </p:sp>
      <p:sp>
        <p:nvSpPr>
          <p:cNvPr id="88" name="Text 85"/>
          <p:cNvSpPr/>
          <p:nvPr/>
        </p:nvSpPr>
        <p:spPr>
          <a:xfrm>
            <a:off x="8467344" y="9246620"/>
            <a:ext cx="16130016" cy="420624"/>
          </a:xfrm>
          <a:prstGeom prst="rect">
            <a:avLst/>
          </a:prstGeom>
          <a:noFill/>
          <a:ln/>
        </p:spPr>
        <p:txBody>
          <a:bodyPr wrap="square" lIns="0" tIns="0" rIns="0" bIns="0" rtlCol="0" anchor="ctr"/>
          <a:lstStyle/>
          <a:p>
            <a:pPr marL="0" indent="0" algn="l">
              <a:buNone/>
            </a:pPr>
            <a:r>
              <a:rPr lang="en-US" sz="1400" b="1" kern="0" spc="200" dirty="0">
                <a:solidFill>
                  <a:srgbClr val="FFFFFF"/>
                </a:solidFill>
                <a:latin typeface="Calibri" pitchFamily="34" charset="0"/>
                <a:ea typeface="Calibri" pitchFamily="34" charset="-122"/>
                <a:cs typeface="Calibri" pitchFamily="34" charset="-120"/>
              </a:rPr>
              <a:t>MODEL COMPARISON</a:t>
            </a:r>
            <a:endParaRPr lang="en-US" sz="1400" dirty="0"/>
          </a:p>
        </p:txBody>
      </p:sp>
      <p:sp>
        <p:nvSpPr>
          <p:cNvPr id="89" name="Text 86"/>
          <p:cNvSpPr/>
          <p:nvPr/>
        </p:nvSpPr>
        <p:spPr>
          <a:xfrm>
            <a:off x="16322040" y="9658940"/>
            <a:ext cx="7955280" cy="310896"/>
          </a:xfrm>
          <a:prstGeom prst="rect">
            <a:avLst/>
          </a:prstGeom>
          <a:noFill/>
          <a:ln/>
        </p:spPr>
        <p:txBody>
          <a:bodyPr wrap="square" lIns="50800" tIns="50800" rIns="50800" bIns="50800" rtlCol="0" anchor="ctr"/>
          <a:lstStyle/>
          <a:p>
            <a:pPr algn="ctr"/>
            <a:r>
              <a:rPr lang="en-US" sz="1900" b="1" i="1" dirty="0">
                <a:solidFill>
                  <a:schemeClr val="tx2">
                    <a:lumMod val="75000"/>
                  </a:schemeClr>
                </a:solidFill>
                <a:latin typeface="Calibri" panose="020F0502020204030204" pitchFamily="34" charset="0"/>
                <a:ea typeface="Calibri" pitchFamily="34" charset="-122"/>
                <a:cs typeface="Calibri" panose="020F0502020204030204" pitchFamily="34" charset="0"/>
              </a:rPr>
              <a:t>Table 2. </a:t>
            </a:r>
            <a:r>
              <a:rPr lang="en-US" sz="1900" b="1" i="1" dirty="0">
                <a:solidFill>
                  <a:schemeClr val="tx2">
                    <a:lumMod val="75000"/>
                  </a:schemeClr>
                </a:solidFill>
                <a:latin typeface="Calibri" panose="020F0502020204030204" pitchFamily="34" charset="0"/>
                <a:cs typeface="Calibri" panose="020F0502020204030204" pitchFamily="34" charset="0"/>
              </a:rPr>
              <a:t>Spike-Day RMSE Analysis</a:t>
            </a:r>
          </a:p>
        </p:txBody>
      </p:sp>
      <p:sp>
        <p:nvSpPr>
          <p:cNvPr id="91" name="Text 87"/>
          <p:cNvSpPr/>
          <p:nvPr/>
        </p:nvSpPr>
        <p:spPr>
          <a:xfrm>
            <a:off x="8302752" y="9670606"/>
            <a:ext cx="8083296" cy="310896"/>
          </a:xfrm>
          <a:prstGeom prst="rect">
            <a:avLst/>
          </a:prstGeom>
          <a:noFill/>
          <a:ln/>
        </p:spPr>
        <p:txBody>
          <a:bodyPr wrap="square" lIns="50800" tIns="50800" rIns="50800" bIns="50800" rtlCol="0" anchor="ctr"/>
          <a:lstStyle/>
          <a:p>
            <a:pPr marL="0" indent="0" algn="ctr">
              <a:buNone/>
            </a:pPr>
            <a:r>
              <a:rPr lang="en-US" sz="1900" b="1" i="1" dirty="0">
                <a:solidFill>
                  <a:srgbClr val="2D3E5C"/>
                </a:solidFill>
                <a:latin typeface="Calibri" pitchFamily="34" charset="0"/>
                <a:ea typeface="Calibri" pitchFamily="34" charset="-122"/>
                <a:cs typeface="Calibri" pitchFamily="34" charset="-120"/>
              </a:rPr>
              <a:t>Table 1. Final Test-Set Evaluation</a:t>
            </a:r>
            <a:endParaRPr lang="en-US" sz="1900" dirty="0"/>
          </a:p>
        </p:txBody>
      </p:sp>
      <p:graphicFrame>
        <p:nvGraphicFramePr>
          <p:cNvPr id="92" name="Table 2"/>
          <p:cNvGraphicFramePr>
            <a:graphicFrameLocks noGrp="1"/>
          </p:cNvGraphicFramePr>
          <p:nvPr>
            <p:extLst>
              <p:ext uri="{D42A27DB-BD31-4B8C-83A1-F6EECF244321}">
                <p14:modId xmlns:p14="http://schemas.microsoft.com/office/powerpoint/2010/main" val="2703656769"/>
              </p:ext>
            </p:extLst>
          </p:nvPr>
        </p:nvGraphicFramePr>
        <p:xfrm>
          <a:off x="8465936" y="10023860"/>
          <a:ext cx="7856104" cy="2688336"/>
        </p:xfrm>
        <a:graphic>
          <a:graphicData uri="http://schemas.openxmlformats.org/drawingml/2006/table">
            <a:tbl>
              <a:tblPr/>
              <a:tblGrid>
                <a:gridCol w="2310619">
                  <a:extLst>
                    <a:ext uri="{9D8B030D-6E8A-4147-A177-3AD203B41FA5}">
                      <a16:colId xmlns:a16="http://schemas.microsoft.com/office/drawing/2014/main" val="20000"/>
                    </a:ext>
                  </a:extLst>
                </a:gridCol>
                <a:gridCol w="1848495">
                  <a:extLst>
                    <a:ext uri="{9D8B030D-6E8A-4147-A177-3AD203B41FA5}">
                      <a16:colId xmlns:a16="http://schemas.microsoft.com/office/drawing/2014/main" val="20001"/>
                    </a:ext>
                  </a:extLst>
                </a:gridCol>
                <a:gridCol w="1848495">
                  <a:extLst>
                    <a:ext uri="{9D8B030D-6E8A-4147-A177-3AD203B41FA5}">
                      <a16:colId xmlns:a16="http://schemas.microsoft.com/office/drawing/2014/main" val="20002"/>
                    </a:ext>
                  </a:extLst>
                </a:gridCol>
                <a:gridCol w="1848495">
                  <a:extLst>
                    <a:ext uri="{9D8B030D-6E8A-4147-A177-3AD203B41FA5}">
                      <a16:colId xmlns:a16="http://schemas.microsoft.com/office/drawing/2014/main" val="20003"/>
                    </a:ext>
                  </a:extLst>
                </a:gridCol>
              </a:tblGrid>
              <a:tr h="384048">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Model</a:t>
                      </a:r>
                      <a:endParaRPr lang="en-US" sz="17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D3E5C"/>
                    </a:solidFill>
                  </a:tcPr>
                </a:tc>
                <a:tc>
                  <a:txBody>
                    <a:bodyPr/>
                    <a:lstStyle/>
                    <a:p>
                      <a:pPr marL="0" indent="0" algn="ctr">
                        <a:buNone/>
                      </a:pPr>
                      <a:r>
                        <a:rPr lang="en-US" sz="1700" b="1">
                          <a:solidFill>
                            <a:srgbClr val="FFFFFF"/>
                          </a:solidFill>
                          <a:latin typeface="Calibri" pitchFamily="34" charset="0"/>
                          <a:ea typeface="Calibri" pitchFamily="34" charset="-122"/>
                          <a:cs typeface="Calibri" pitchFamily="34" charset="-120"/>
                        </a:rPr>
                        <a:t>Test RMSE</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D3E5C"/>
                    </a:solidFill>
                  </a:tcPr>
                </a:tc>
                <a:tc>
                  <a:txBody>
                    <a:bodyPr/>
                    <a:lstStyle/>
                    <a:p>
                      <a:pPr marL="0" indent="0" algn="ctr">
                        <a:buNone/>
                      </a:pPr>
                      <a:r>
                        <a:rPr lang="en-US" sz="1700" b="1">
                          <a:solidFill>
                            <a:srgbClr val="FFFFFF"/>
                          </a:solidFill>
                          <a:latin typeface="Calibri" pitchFamily="34" charset="0"/>
                          <a:ea typeface="Calibri" pitchFamily="34" charset="-122"/>
                          <a:cs typeface="Calibri" pitchFamily="34" charset="-120"/>
                        </a:rPr>
                        <a:t>Test MAE</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D3E5C"/>
                    </a:solidFill>
                  </a:tcPr>
                </a:tc>
                <a:tc>
                  <a:txBody>
                    <a:bodyPr/>
                    <a:lstStyle/>
                    <a:p>
                      <a:pPr marL="0" indent="0" algn="ctr">
                        <a:buNone/>
                      </a:pPr>
                      <a:r>
                        <a:rPr lang="en-US" sz="1700" b="1">
                          <a:solidFill>
                            <a:srgbClr val="FFFFFF"/>
                          </a:solidFill>
                          <a:latin typeface="Calibri" pitchFamily="34" charset="0"/>
                          <a:ea typeface="Calibri" pitchFamily="34" charset="-122"/>
                          <a:cs typeface="Calibri" pitchFamily="34" charset="-120"/>
                        </a:rPr>
                        <a:t>Test R²</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D3E5C"/>
                    </a:solidFill>
                  </a:tcPr>
                </a:tc>
                <a:extLst>
                  <a:ext uri="{0D108BD9-81ED-4DB2-BD59-A6C34878D82A}">
                    <a16:rowId xmlns:a16="http://schemas.microsoft.com/office/drawing/2014/main" val="10000"/>
                  </a:ext>
                </a:extLst>
              </a:tr>
              <a:tr h="384048">
                <a:tc>
                  <a:txBody>
                    <a:bodyPr/>
                    <a:lstStyle/>
                    <a:p>
                      <a:pPr marL="0" indent="0" algn="l">
                        <a:buNone/>
                      </a:pPr>
                      <a:r>
                        <a:rPr lang="en-US" sz="1700" b="1">
                          <a:solidFill>
                            <a:srgbClr val="FFFFFF"/>
                          </a:solidFill>
                          <a:latin typeface="Calibri" pitchFamily="34" charset="0"/>
                          <a:ea typeface="Calibri" pitchFamily="34" charset="-122"/>
                          <a:cs typeface="Calibri" pitchFamily="34" charset="-120"/>
                        </a:rPr>
                        <a:t>★ Lasso</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4A7EA8"/>
                    </a:solidFill>
                  </a:tcPr>
                </a:tc>
                <a:tc>
                  <a:txBody>
                    <a:bodyPr/>
                    <a:lstStyle/>
                    <a:p>
                      <a:pPr marL="0" indent="0" algn="ctr">
                        <a:buNone/>
                      </a:pPr>
                      <a:r>
                        <a:rPr lang="en-US" sz="1700" b="1">
                          <a:solidFill>
                            <a:srgbClr val="FFFFFF"/>
                          </a:solidFill>
                          <a:latin typeface="Calibri" pitchFamily="34" charset="0"/>
                          <a:ea typeface="Calibri" pitchFamily="34" charset="-122"/>
                          <a:cs typeface="Calibri" pitchFamily="34" charset="-120"/>
                        </a:rPr>
                        <a:t>0.006533</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4A7EA8"/>
                    </a:solidFill>
                  </a:tcPr>
                </a:tc>
                <a:tc>
                  <a:txBody>
                    <a:bodyPr/>
                    <a:lstStyle/>
                    <a:p>
                      <a:pPr marL="0" indent="0" algn="ctr">
                        <a:buNone/>
                      </a:pPr>
                      <a:r>
                        <a:rPr lang="en-US" sz="1700" b="1">
                          <a:solidFill>
                            <a:srgbClr val="FFFFFF"/>
                          </a:solidFill>
                          <a:latin typeface="Calibri" pitchFamily="34" charset="0"/>
                          <a:ea typeface="Calibri" pitchFamily="34" charset="-122"/>
                          <a:cs typeface="Calibri" pitchFamily="34" charset="-120"/>
                        </a:rPr>
                        <a:t>0.003749</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4A7EA8"/>
                    </a:solidFill>
                  </a:tcPr>
                </a:tc>
                <a:tc>
                  <a:txBody>
                    <a:bodyPr/>
                    <a:lstStyle/>
                    <a:p>
                      <a:pPr marL="0" indent="0" algn="ctr">
                        <a:buNone/>
                      </a:pPr>
                      <a:r>
                        <a:rPr lang="en-US" sz="1700" b="1">
                          <a:solidFill>
                            <a:srgbClr val="FFFFFF"/>
                          </a:solidFill>
                          <a:latin typeface="Calibri" pitchFamily="34" charset="0"/>
                          <a:ea typeface="Calibri" pitchFamily="34" charset="-122"/>
                          <a:cs typeface="Calibri" pitchFamily="34" charset="-120"/>
                        </a:rPr>
                        <a:t>0.756</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4A7EA8"/>
                    </a:solidFill>
                  </a:tcPr>
                </a:tc>
                <a:extLst>
                  <a:ext uri="{0D108BD9-81ED-4DB2-BD59-A6C34878D82A}">
                    <a16:rowId xmlns:a16="http://schemas.microsoft.com/office/drawing/2014/main" val="10001"/>
                  </a:ext>
                </a:extLst>
              </a:tr>
              <a:tr h="384048">
                <a:tc>
                  <a:txBody>
                    <a:bodyPr/>
                    <a:lstStyle/>
                    <a:p>
                      <a:pPr marL="0" indent="0" algn="l">
                        <a:buNone/>
                      </a:pPr>
                      <a:r>
                        <a:rPr lang="en-US" sz="1700" b="1">
                          <a:solidFill>
                            <a:srgbClr val="2D3E5C"/>
                          </a:solidFill>
                          <a:latin typeface="Calibri" pitchFamily="34" charset="0"/>
                          <a:ea typeface="Calibri" pitchFamily="34" charset="-122"/>
                          <a:cs typeface="Calibri" pitchFamily="34" charset="-120"/>
                        </a:rPr>
                        <a:t>Ridge</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700">
                          <a:solidFill>
                            <a:srgbClr val="2D3E5C"/>
                          </a:solidFill>
                          <a:latin typeface="Calibri" pitchFamily="34" charset="0"/>
                          <a:ea typeface="Calibri" pitchFamily="34" charset="-122"/>
                          <a:cs typeface="Calibri" pitchFamily="34" charset="-120"/>
                        </a:rPr>
                        <a:t>0.006536</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700">
                          <a:solidFill>
                            <a:srgbClr val="2D3E5C"/>
                          </a:solidFill>
                          <a:latin typeface="Calibri" pitchFamily="34" charset="0"/>
                          <a:ea typeface="Calibri" pitchFamily="34" charset="-122"/>
                          <a:cs typeface="Calibri" pitchFamily="34" charset="-120"/>
                        </a:rPr>
                        <a:t>0.003749</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700">
                          <a:solidFill>
                            <a:srgbClr val="2D3E5C"/>
                          </a:solidFill>
                          <a:latin typeface="Calibri" pitchFamily="34" charset="0"/>
                          <a:ea typeface="Calibri" pitchFamily="34" charset="-122"/>
                          <a:cs typeface="Calibri" pitchFamily="34" charset="-120"/>
                        </a:rPr>
                        <a:t>0.756</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700" b="1">
                          <a:solidFill>
                            <a:srgbClr val="2D3E5C"/>
                          </a:solidFill>
                          <a:latin typeface="Calibri" pitchFamily="34" charset="0"/>
                          <a:ea typeface="Calibri" pitchFamily="34" charset="-122"/>
                          <a:cs typeface="Calibri" pitchFamily="34" charset="-120"/>
                        </a:rPr>
                        <a:t>Rand. For.</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700">
                          <a:solidFill>
                            <a:srgbClr val="2D3E5C"/>
                          </a:solidFill>
                          <a:latin typeface="Calibri" pitchFamily="34" charset="0"/>
                          <a:ea typeface="Calibri" pitchFamily="34" charset="-122"/>
                          <a:cs typeface="Calibri" pitchFamily="34" charset="-120"/>
                        </a:rPr>
                        <a:t>0.006539</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700">
                          <a:solidFill>
                            <a:srgbClr val="2D3E5C"/>
                          </a:solidFill>
                          <a:latin typeface="Calibri" pitchFamily="34" charset="0"/>
                          <a:ea typeface="Calibri" pitchFamily="34" charset="-122"/>
                          <a:cs typeface="Calibri" pitchFamily="34" charset="-120"/>
                        </a:rPr>
                        <a:t>0.003784</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700">
                          <a:solidFill>
                            <a:srgbClr val="2D3E5C"/>
                          </a:solidFill>
                          <a:latin typeface="Calibri" pitchFamily="34" charset="0"/>
                          <a:ea typeface="Calibri" pitchFamily="34" charset="-122"/>
                          <a:cs typeface="Calibri" pitchFamily="34" charset="-120"/>
                        </a:rPr>
                        <a:t>0.755</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3"/>
                  </a:ext>
                </a:extLst>
              </a:tr>
              <a:tr h="384048">
                <a:tc>
                  <a:txBody>
                    <a:bodyPr/>
                    <a:lstStyle/>
                    <a:p>
                      <a:pPr marL="0" indent="0" algn="l">
                        <a:buNone/>
                      </a:pPr>
                      <a:r>
                        <a:rPr lang="en-US" sz="1700" b="1">
                          <a:solidFill>
                            <a:srgbClr val="2D3E5C"/>
                          </a:solidFill>
                          <a:latin typeface="Calibri" pitchFamily="34" charset="0"/>
                          <a:ea typeface="Calibri" pitchFamily="34" charset="-122"/>
                          <a:cs typeface="Calibri" pitchFamily="34" charset="-120"/>
                        </a:rPr>
                        <a:t>Grad. Bst</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700">
                          <a:solidFill>
                            <a:srgbClr val="2D3E5C"/>
                          </a:solidFill>
                          <a:latin typeface="Calibri" pitchFamily="34" charset="0"/>
                          <a:ea typeface="Calibri" pitchFamily="34" charset="-122"/>
                          <a:cs typeface="Calibri" pitchFamily="34" charset="-120"/>
                        </a:rPr>
                        <a:t>0.006581</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700">
                          <a:solidFill>
                            <a:srgbClr val="2D3E5C"/>
                          </a:solidFill>
                          <a:latin typeface="Calibri" pitchFamily="34" charset="0"/>
                          <a:ea typeface="Calibri" pitchFamily="34" charset="-122"/>
                          <a:cs typeface="Calibri" pitchFamily="34" charset="-120"/>
                        </a:rPr>
                        <a:t>0.003795</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2D3E5C"/>
                          </a:solidFill>
                          <a:latin typeface="Calibri" pitchFamily="34" charset="0"/>
                          <a:ea typeface="Calibri" pitchFamily="34" charset="-122"/>
                          <a:cs typeface="Calibri" pitchFamily="34" charset="-120"/>
                        </a:rPr>
                        <a:t>0.752</a:t>
                      </a:r>
                      <a:endParaRPr lang="en-US" sz="17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700" b="1">
                          <a:solidFill>
                            <a:srgbClr val="2D3E5C"/>
                          </a:solidFill>
                          <a:latin typeface="Calibri" pitchFamily="34" charset="0"/>
                          <a:ea typeface="Calibri" pitchFamily="34" charset="-122"/>
                          <a:cs typeface="Calibri" pitchFamily="34" charset="-120"/>
                        </a:rPr>
                        <a:t>Dec. Tree</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700">
                          <a:solidFill>
                            <a:srgbClr val="2D3E5C"/>
                          </a:solidFill>
                          <a:latin typeface="Calibri" pitchFamily="34" charset="0"/>
                          <a:ea typeface="Calibri" pitchFamily="34" charset="-122"/>
                          <a:cs typeface="Calibri" pitchFamily="34" charset="-120"/>
                        </a:rPr>
                        <a:t>0.007710</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700">
                          <a:solidFill>
                            <a:srgbClr val="2D3E5C"/>
                          </a:solidFill>
                          <a:latin typeface="Calibri" pitchFamily="34" charset="0"/>
                          <a:ea typeface="Calibri" pitchFamily="34" charset="-122"/>
                          <a:cs typeface="Calibri" pitchFamily="34" charset="-120"/>
                        </a:rPr>
                        <a:t>0.004647</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700">
                          <a:solidFill>
                            <a:srgbClr val="2D3E5C"/>
                          </a:solidFill>
                          <a:latin typeface="Calibri" pitchFamily="34" charset="0"/>
                          <a:ea typeface="Calibri" pitchFamily="34" charset="-122"/>
                          <a:cs typeface="Calibri" pitchFamily="34" charset="-120"/>
                        </a:rPr>
                        <a:t>0.660</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5"/>
                  </a:ext>
                </a:extLst>
              </a:tr>
              <a:tr h="384048">
                <a:tc>
                  <a:txBody>
                    <a:bodyPr/>
                    <a:lstStyle/>
                    <a:p>
                      <a:pPr marL="0" indent="0" algn="l">
                        <a:buNone/>
                      </a:pPr>
                      <a:r>
                        <a:rPr lang="en-US" sz="1700" b="1">
                          <a:solidFill>
                            <a:srgbClr val="2D3E5C"/>
                          </a:solidFill>
                          <a:latin typeface="Calibri" pitchFamily="34" charset="0"/>
                          <a:ea typeface="Calibri" pitchFamily="34" charset="-122"/>
                          <a:cs typeface="Calibri" pitchFamily="34" charset="-120"/>
                        </a:rPr>
                        <a:t>Baseline</a:t>
                      </a:r>
                      <a:endParaRPr lang="en-US" sz="17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700" dirty="0">
                          <a:solidFill>
                            <a:srgbClr val="2D3E5C"/>
                          </a:solidFill>
                          <a:latin typeface="Calibri" pitchFamily="34" charset="0"/>
                          <a:ea typeface="Calibri" pitchFamily="34" charset="-122"/>
                          <a:cs typeface="Calibri" pitchFamily="34" charset="-120"/>
                        </a:rPr>
                        <a:t>0.009779</a:t>
                      </a:r>
                      <a:endParaRPr lang="en-US" sz="17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700" dirty="0">
                          <a:solidFill>
                            <a:srgbClr val="2D3E5C"/>
                          </a:solidFill>
                          <a:latin typeface="Calibri" pitchFamily="34" charset="0"/>
                          <a:ea typeface="Calibri" pitchFamily="34" charset="-122"/>
                          <a:cs typeface="Calibri" pitchFamily="34" charset="-120"/>
                        </a:rPr>
                        <a:t>0.005418</a:t>
                      </a:r>
                      <a:endParaRPr lang="en-US" sz="17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700" dirty="0">
                          <a:solidFill>
                            <a:srgbClr val="2D3E5C"/>
                          </a:solidFill>
                          <a:latin typeface="Calibri" pitchFamily="34" charset="0"/>
                          <a:ea typeface="Calibri" pitchFamily="34" charset="-122"/>
                          <a:cs typeface="Calibri" pitchFamily="34" charset="-120"/>
                        </a:rPr>
                        <a:t>0.453</a:t>
                      </a:r>
                      <a:endParaRPr lang="en-US" sz="17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6"/>
                  </a:ext>
                </a:extLst>
              </a:tr>
            </a:tbl>
          </a:graphicData>
        </a:graphic>
      </p:graphicFrame>
      <p:sp>
        <p:nvSpPr>
          <p:cNvPr id="93" name="Shape 88"/>
          <p:cNvSpPr/>
          <p:nvPr/>
        </p:nvSpPr>
        <p:spPr>
          <a:xfrm>
            <a:off x="8302752" y="13890754"/>
            <a:ext cx="16312896" cy="420624"/>
          </a:xfrm>
          <a:prstGeom prst="rect">
            <a:avLst/>
          </a:prstGeom>
          <a:solidFill>
            <a:srgbClr val="4A7EA8"/>
          </a:solidFill>
          <a:ln w="12700">
            <a:solidFill>
              <a:srgbClr val="4A7EA8"/>
            </a:solidFill>
            <a:prstDash val="solid"/>
          </a:ln>
        </p:spPr>
        <p:txBody>
          <a:bodyPr/>
          <a:lstStyle/>
          <a:p>
            <a:endParaRPr lang="en-US"/>
          </a:p>
        </p:txBody>
      </p:sp>
      <p:sp>
        <p:nvSpPr>
          <p:cNvPr id="94" name="Text 89"/>
          <p:cNvSpPr/>
          <p:nvPr/>
        </p:nvSpPr>
        <p:spPr>
          <a:xfrm>
            <a:off x="8522208" y="13890754"/>
            <a:ext cx="16130016" cy="420624"/>
          </a:xfrm>
          <a:prstGeom prst="rect">
            <a:avLst/>
          </a:prstGeom>
          <a:noFill/>
          <a:ln/>
        </p:spPr>
        <p:txBody>
          <a:bodyPr wrap="square" lIns="0" tIns="0" rIns="0" bIns="0" rtlCol="0" anchor="ctr"/>
          <a:lstStyle/>
          <a:p>
            <a:pPr marL="0" indent="0" algn="l">
              <a:buNone/>
            </a:pPr>
            <a:r>
              <a:rPr lang="en-US" sz="1400" b="1" kern="0" spc="200" dirty="0">
                <a:solidFill>
                  <a:srgbClr val="FFFFFF"/>
                </a:solidFill>
                <a:latin typeface="Calibri" pitchFamily="34" charset="0"/>
                <a:ea typeface="Calibri" pitchFamily="34" charset="-122"/>
                <a:cs typeface="Calibri" pitchFamily="34" charset="-120"/>
              </a:rPr>
              <a:t>PORTFOLIO BACKTESTING RESULTS</a:t>
            </a:r>
            <a:endParaRPr lang="en-US" sz="1400" dirty="0"/>
          </a:p>
        </p:txBody>
      </p:sp>
      <p:graphicFrame>
        <p:nvGraphicFramePr>
          <p:cNvPr id="96" name="Table 3"/>
          <p:cNvGraphicFramePr>
            <a:graphicFrameLocks noGrp="1"/>
          </p:cNvGraphicFramePr>
          <p:nvPr>
            <p:extLst>
              <p:ext uri="{D42A27DB-BD31-4B8C-83A1-F6EECF244321}">
                <p14:modId xmlns:p14="http://schemas.microsoft.com/office/powerpoint/2010/main" val="3579866566"/>
              </p:ext>
            </p:extLst>
          </p:nvPr>
        </p:nvGraphicFramePr>
        <p:xfrm>
          <a:off x="16413479" y="15846552"/>
          <a:ext cx="7863841" cy="3063240"/>
        </p:xfrm>
        <a:graphic>
          <a:graphicData uri="http://schemas.openxmlformats.org/drawingml/2006/table">
            <a:tbl>
              <a:tblPr/>
              <a:tblGrid>
                <a:gridCol w="1774501">
                  <a:extLst>
                    <a:ext uri="{9D8B030D-6E8A-4147-A177-3AD203B41FA5}">
                      <a16:colId xmlns:a16="http://schemas.microsoft.com/office/drawing/2014/main" val="20000"/>
                    </a:ext>
                  </a:extLst>
                </a:gridCol>
                <a:gridCol w="1494317">
                  <a:extLst>
                    <a:ext uri="{9D8B030D-6E8A-4147-A177-3AD203B41FA5}">
                      <a16:colId xmlns:a16="http://schemas.microsoft.com/office/drawing/2014/main" val="20001"/>
                    </a:ext>
                  </a:extLst>
                </a:gridCol>
                <a:gridCol w="1494317">
                  <a:extLst>
                    <a:ext uri="{9D8B030D-6E8A-4147-A177-3AD203B41FA5}">
                      <a16:colId xmlns:a16="http://schemas.microsoft.com/office/drawing/2014/main" val="20002"/>
                    </a:ext>
                  </a:extLst>
                </a:gridCol>
                <a:gridCol w="1541013">
                  <a:extLst>
                    <a:ext uri="{9D8B030D-6E8A-4147-A177-3AD203B41FA5}">
                      <a16:colId xmlns:a16="http://schemas.microsoft.com/office/drawing/2014/main" val="20003"/>
                    </a:ext>
                  </a:extLst>
                </a:gridCol>
                <a:gridCol w="1559693">
                  <a:extLst>
                    <a:ext uri="{9D8B030D-6E8A-4147-A177-3AD203B41FA5}">
                      <a16:colId xmlns:a16="http://schemas.microsoft.com/office/drawing/2014/main" val="20004"/>
                    </a:ext>
                  </a:extLst>
                </a:gridCol>
              </a:tblGrid>
              <a:tr h="324727">
                <a:tc>
                  <a:txBody>
                    <a:bodyPr/>
                    <a:lstStyle/>
                    <a:p>
                      <a:pPr marL="0" indent="0">
                        <a:buNone/>
                      </a:pPr>
                      <a:r>
                        <a:rPr lang="en-US" sz="1900" b="1" dirty="0">
                          <a:solidFill>
                            <a:srgbClr val="FFFFFF"/>
                          </a:solidFill>
                          <a:latin typeface="Calibri" pitchFamily="34" charset="0"/>
                          <a:ea typeface="Calibri" pitchFamily="34" charset="-122"/>
                          <a:cs typeface="Calibri" pitchFamily="34" charset="-120"/>
                        </a:rPr>
                        <a:t>Metric</a:t>
                      </a:r>
                      <a:endParaRPr lang="en-US" sz="19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D3E5C"/>
                    </a:solidFill>
                  </a:tcPr>
                </a:tc>
                <a:tc>
                  <a:txBody>
                    <a:bodyPr/>
                    <a:lstStyle/>
                    <a:p>
                      <a:pPr marL="0" indent="0" algn="ctr">
                        <a:buNone/>
                      </a:pPr>
                      <a:r>
                        <a:rPr lang="en-US" sz="1900" b="1" dirty="0">
                          <a:solidFill>
                            <a:srgbClr val="FFFFFF"/>
                          </a:solidFill>
                          <a:latin typeface="Calibri" pitchFamily="34" charset="0"/>
                          <a:ea typeface="Calibri" pitchFamily="34" charset="-122"/>
                          <a:cs typeface="Calibri" pitchFamily="34" charset="-120"/>
                        </a:rPr>
                        <a:t>Equal Wt.</a:t>
                      </a:r>
                      <a:endParaRPr lang="en-US" sz="19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D3E5C"/>
                    </a:solidFill>
                  </a:tcPr>
                </a:tc>
                <a:tc>
                  <a:txBody>
                    <a:bodyPr/>
                    <a:lstStyle/>
                    <a:p>
                      <a:pPr marL="0" indent="0" algn="ctr">
                        <a:buNone/>
                      </a:pPr>
                      <a:r>
                        <a:rPr lang="en-US" sz="1900" b="1" dirty="0">
                          <a:solidFill>
                            <a:srgbClr val="FFFFFF"/>
                          </a:solidFill>
                          <a:latin typeface="Calibri" pitchFamily="34" charset="0"/>
                          <a:ea typeface="Calibri" pitchFamily="34" charset="-122"/>
                          <a:cs typeface="Calibri" pitchFamily="34" charset="-120"/>
                        </a:rPr>
                        <a:t>V2 </a:t>
                      </a:r>
                      <a:r>
                        <a:rPr lang="en-US" sz="1900" b="1" dirty="0" err="1">
                          <a:solidFill>
                            <a:srgbClr val="FFFFFF"/>
                          </a:solidFill>
                          <a:latin typeface="Calibri" pitchFamily="34" charset="0"/>
                          <a:ea typeface="Calibri" pitchFamily="34" charset="-122"/>
                          <a:cs typeface="Calibri" pitchFamily="34" charset="-120"/>
                        </a:rPr>
                        <a:t>Vol+VaR</a:t>
                      </a:r>
                      <a:endParaRPr lang="en-US" sz="19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D3E5C"/>
                    </a:solidFill>
                  </a:tcPr>
                </a:tc>
                <a:tc>
                  <a:txBody>
                    <a:bodyPr/>
                    <a:lstStyle/>
                    <a:p>
                      <a:pPr marL="0" indent="0" algn="ctr">
                        <a:buNone/>
                      </a:pPr>
                      <a:r>
                        <a:rPr lang="en-US" sz="1900" b="1">
                          <a:solidFill>
                            <a:srgbClr val="FFFFFF"/>
                          </a:solidFill>
                          <a:latin typeface="Calibri" pitchFamily="34" charset="0"/>
                          <a:ea typeface="Calibri" pitchFamily="34" charset="-122"/>
                          <a:cs typeface="Calibri" pitchFamily="34" charset="-120"/>
                        </a:rPr>
                        <a:t>V3 Lasso</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4A7EA8"/>
                    </a:solidFill>
                  </a:tcPr>
                </a:tc>
                <a:tc>
                  <a:txBody>
                    <a:bodyPr/>
                    <a:lstStyle/>
                    <a:p>
                      <a:pPr marL="0" indent="0" algn="ctr">
                        <a:buNone/>
                      </a:pPr>
                      <a:r>
                        <a:rPr lang="en-US" sz="1900" b="1" dirty="0">
                          <a:solidFill>
                            <a:srgbClr val="FFFFFF"/>
                          </a:solidFill>
                          <a:latin typeface="Calibri" pitchFamily="34" charset="0"/>
                          <a:ea typeface="Calibri" pitchFamily="34" charset="-122"/>
                          <a:cs typeface="Calibri" pitchFamily="34" charset="-120"/>
                        </a:rPr>
                        <a:t>V3 Ridge ★</a:t>
                      </a:r>
                      <a:endParaRPr lang="en-US" sz="19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4A7EA8"/>
                    </a:solidFill>
                  </a:tcPr>
                </a:tc>
                <a:extLst>
                  <a:ext uri="{0D108BD9-81ED-4DB2-BD59-A6C34878D82A}">
                    <a16:rowId xmlns:a16="http://schemas.microsoft.com/office/drawing/2014/main" val="10000"/>
                  </a:ext>
                </a:extLst>
              </a:tr>
              <a:tr h="337716">
                <a:tc>
                  <a:txBody>
                    <a:bodyPr/>
                    <a:lstStyle/>
                    <a:p>
                      <a:pPr marL="0" indent="0" algn="l">
                        <a:buNone/>
                      </a:pPr>
                      <a:r>
                        <a:rPr lang="en-US" sz="2000" b="1">
                          <a:solidFill>
                            <a:srgbClr val="2D3E5C"/>
                          </a:solidFill>
                          <a:latin typeface="Calibri" pitchFamily="34" charset="0"/>
                          <a:ea typeface="Calibri" pitchFamily="34" charset="-122"/>
                          <a:cs typeface="Calibri" pitchFamily="34" charset="-120"/>
                        </a:rPr>
                        <a:t>Total Return</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dirty="0">
                          <a:solidFill>
                            <a:srgbClr val="2D3E5C"/>
                          </a:solidFill>
                          <a:latin typeface="Calibri" pitchFamily="34" charset="0"/>
                          <a:ea typeface="Calibri" pitchFamily="34" charset="-122"/>
                          <a:cs typeface="Calibri" pitchFamily="34" charset="-120"/>
                        </a:rPr>
                        <a:t>34.17%</a:t>
                      </a:r>
                      <a:endParaRPr lang="en-US" sz="20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36.94%</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dirty="0">
                          <a:solidFill>
                            <a:srgbClr val="2D3E5C"/>
                          </a:solidFill>
                          <a:latin typeface="Calibri" pitchFamily="34" charset="0"/>
                          <a:ea typeface="Calibri" pitchFamily="34" charset="-122"/>
                          <a:cs typeface="Calibri" pitchFamily="34" charset="-120"/>
                        </a:rPr>
                        <a:t>54.94%</a:t>
                      </a:r>
                      <a:endParaRPr lang="en-US" sz="20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55.17%</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1"/>
                  </a:ext>
                </a:extLst>
              </a:tr>
              <a:tr h="337716">
                <a:tc>
                  <a:txBody>
                    <a:bodyPr/>
                    <a:lstStyle/>
                    <a:p>
                      <a:pPr marL="0" indent="0" algn="l">
                        <a:buNone/>
                      </a:pPr>
                      <a:r>
                        <a:rPr lang="en-US" sz="2000" b="1">
                          <a:solidFill>
                            <a:srgbClr val="2D3E5C"/>
                          </a:solidFill>
                          <a:latin typeface="Calibri" pitchFamily="34" charset="0"/>
                          <a:ea typeface="Calibri" pitchFamily="34" charset="-122"/>
                          <a:cs typeface="Calibri" pitchFamily="34" charset="-120"/>
                        </a:rPr>
                        <a:t>Ann. Volatility</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12.90%</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11.63%</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11.14%</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11.14%</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2"/>
                  </a:ext>
                </a:extLst>
              </a:tr>
              <a:tr h="337716">
                <a:tc>
                  <a:txBody>
                    <a:bodyPr/>
                    <a:lstStyle/>
                    <a:p>
                      <a:pPr marL="0" indent="0" algn="l">
                        <a:buNone/>
                      </a:pPr>
                      <a:r>
                        <a:rPr lang="en-US" sz="2000" b="1">
                          <a:solidFill>
                            <a:srgbClr val="2D3E5C"/>
                          </a:solidFill>
                          <a:latin typeface="Calibri" pitchFamily="34" charset="0"/>
                          <a:ea typeface="Calibri" pitchFamily="34" charset="-122"/>
                          <a:cs typeface="Calibri" pitchFamily="34" charset="-120"/>
                        </a:rPr>
                        <a:t>Sharpe Ratio</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1.24</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1.45</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2.08</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2.08</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3"/>
                  </a:ext>
                </a:extLst>
              </a:tr>
              <a:tr h="337716">
                <a:tc>
                  <a:txBody>
                    <a:bodyPr/>
                    <a:lstStyle/>
                    <a:p>
                      <a:pPr marL="0" indent="0" algn="l">
                        <a:buNone/>
                      </a:pPr>
                      <a:r>
                        <a:rPr lang="en-US" sz="2000" b="1">
                          <a:solidFill>
                            <a:srgbClr val="2D3E5C"/>
                          </a:solidFill>
                          <a:latin typeface="Calibri" pitchFamily="34" charset="0"/>
                          <a:ea typeface="Calibri" pitchFamily="34" charset="-122"/>
                          <a:cs typeface="Calibri" pitchFamily="34" charset="-120"/>
                        </a:rPr>
                        <a:t>Max Drawdown</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−15.38%</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−11.19%</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−7.49%</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dirty="0">
                          <a:solidFill>
                            <a:srgbClr val="2D3E5C"/>
                          </a:solidFill>
                          <a:latin typeface="Calibri" pitchFamily="34" charset="0"/>
                          <a:ea typeface="Calibri" pitchFamily="34" charset="-122"/>
                          <a:cs typeface="Calibri" pitchFamily="34" charset="-120"/>
                        </a:rPr>
                        <a:t>−7.48%</a:t>
                      </a:r>
                      <a:endParaRPr lang="en-US" sz="20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4"/>
                  </a:ext>
                </a:extLst>
              </a:tr>
              <a:tr h="337716">
                <a:tc>
                  <a:txBody>
                    <a:bodyPr/>
                    <a:lstStyle/>
                    <a:p>
                      <a:pPr marL="0" indent="0" algn="l">
                        <a:buNone/>
                      </a:pPr>
                      <a:r>
                        <a:rPr lang="en-US" sz="2000" b="1">
                          <a:solidFill>
                            <a:srgbClr val="2D3E5C"/>
                          </a:solidFill>
                          <a:latin typeface="Calibri" pitchFamily="34" charset="0"/>
                          <a:ea typeface="Calibri" pitchFamily="34" charset="-122"/>
                          <a:cs typeface="Calibri" pitchFamily="34" charset="-120"/>
                        </a:rPr>
                        <a:t>Calmar Ratio</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2.22</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3.30</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dirty="0">
                          <a:solidFill>
                            <a:srgbClr val="2D3E5C"/>
                          </a:solidFill>
                          <a:latin typeface="Calibri" pitchFamily="34" charset="0"/>
                          <a:ea typeface="Calibri" pitchFamily="34" charset="-122"/>
                          <a:cs typeface="Calibri" pitchFamily="34" charset="-120"/>
                        </a:rPr>
                        <a:t>7.34</a:t>
                      </a:r>
                      <a:endParaRPr lang="en-US" sz="20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7.37</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5"/>
                  </a:ext>
                </a:extLst>
              </a:tr>
              <a:tr h="337716">
                <a:tc>
                  <a:txBody>
                    <a:bodyPr/>
                    <a:lstStyle/>
                    <a:p>
                      <a:pPr marL="0" indent="0" algn="l">
                        <a:buNone/>
                      </a:pPr>
                      <a:r>
                        <a:rPr lang="en-US" sz="2000" b="1" dirty="0">
                          <a:solidFill>
                            <a:srgbClr val="2D3E5C"/>
                          </a:solidFill>
                          <a:latin typeface="Calibri" pitchFamily="34" charset="0"/>
                          <a:ea typeface="Calibri" pitchFamily="34" charset="-122"/>
                          <a:cs typeface="Calibri" pitchFamily="34" charset="-120"/>
                        </a:rPr>
                        <a:t>Win Rate</a:t>
                      </a:r>
                      <a:endParaRPr lang="en-US" sz="20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D3E5C"/>
                          </a:solidFill>
                          <a:latin typeface="Calibri" pitchFamily="34" charset="0"/>
                          <a:ea typeface="Calibri" pitchFamily="34" charset="-122"/>
                          <a:cs typeface="Calibri" pitchFamily="34" charset="-120"/>
                        </a:rPr>
                        <a:t>56.33%</a:t>
                      </a:r>
                      <a:endParaRPr lang="en-US" sz="20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55.31%</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59.18%</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dirty="0">
                          <a:solidFill>
                            <a:srgbClr val="2D3E5C"/>
                          </a:solidFill>
                          <a:latin typeface="Calibri" pitchFamily="34" charset="0"/>
                          <a:ea typeface="Calibri" pitchFamily="34" charset="-122"/>
                          <a:cs typeface="Calibri" pitchFamily="34" charset="-120"/>
                        </a:rPr>
                        <a:t>59.39%</a:t>
                      </a:r>
                      <a:endParaRPr lang="en-US" sz="20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6"/>
                  </a:ext>
                </a:extLst>
              </a:tr>
            </a:tbl>
          </a:graphicData>
        </a:graphic>
      </p:graphicFrame>
      <p:sp>
        <p:nvSpPr>
          <p:cNvPr id="98" name="Text 92"/>
          <p:cNvSpPr/>
          <p:nvPr/>
        </p:nvSpPr>
        <p:spPr>
          <a:xfrm>
            <a:off x="8577072" y="12868656"/>
            <a:ext cx="16130016" cy="420624"/>
          </a:xfrm>
          <a:prstGeom prst="rect">
            <a:avLst/>
          </a:prstGeom>
          <a:noFill/>
          <a:ln/>
        </p:spPr>
        <p:txBody>
          <a:bodyPr wrap="square" lIns="0" tIns="0" rIns="0" bIns="0" rtlCol="0" anchor="ctr"/>
          <a:lstStyle/>
          <a:p>
            <a:pPr marL="0" indent="0" algn="l">
              <a:buNone/>
            </a:pPr>
            <a:r>
              <a:rPr lang="en-US" sz="1400" b="1" kern="0" spc="200" dirty="0">
                <a:solidFill>
                  <a:srgbClr val="FFFFFF"/>
                </a:solidFill>
                <a:latin typeface="Calibri" pitchFamily="34" charset="0"/>
                <a:ea typeface="Calibri" pitchFamily="34" charset="-122"/>
                <a:cs typeface="Calibri" pitchFamily="34" charset="-120"/>
              </a:rPr>
              <a:t>SPIKE-DAY ANALYSIS  (TOP 5% VOLATILITY DAYS)</a:t>
            </a:r>
            <a:endParaRPr lang="en-US" sz="1400" dirty="0"/>
          </a:p>
        </p:txBody>
      </p:sp>
      <p:sp>
        <p:nvSpPr>
          <p:cNvPr id="99" name="Text 93"/>
          <p:cNvSpPr/>
          <p:nvPr/>
        </p:nvSpPr>
        <p:spPr>
          <a:xfrm>
            <a:off x="8467344" y="12771632"/>
            <a:ext cx="16130016" cy="822960"/>
          </a:xfrm>
          <a:prstGeom prst="rect">
            <a:avLst/>
          </a:prstGeom>
          <a:noFill/>
          <a:ln/>
        </p:spPr>
        <p:txBody>
          <a:bodyPr wrap="square" lIns="50800" tIns="50800" rIns="50800" bIns="50800" rtlCol="0" anchor="t"/>
          <a:lstStyle/>
          <a:p>
            <a:r>
              <a:rPr lang="en-US" sz="2000" dirty="0">
                <a:solidFill>
                  <a:srgbClr val="2D3E5C"/>
                </a:solidFill>
                <a:latin typeface="Calibri" panose="020F0502020204030204" pitchFamily="34" charset="0"/>
                <a:ea typeface="Calibri" pitchFamily="34" charset="-122"/>
                <a:cs typeface="Calibri" panose="020F0502020204030204" pitchFamily="34" charset="0"/>
              </a:rPr>
              <a:t>Lasso is the best model with lowest CV RMSE Mean and Std. However, on extreme volatility days, Ridge marginally outperforms Lasso (Spike RMSE 0.015017 vs 0.015029), suggesting L2 shrinkage extrapolates to tail events slightly better.</a:t>
            </a:r>
            <a:endParaRPr lang="en-US" sz="2000" dirty="0">
              <a:latin typeface="Calibri" panose="020F0502020204030204" pitchFamily="34" charset="0"/>
              <a:cs typeface="Calibri" panose="020F0502020204030204" pitchFamily="34" charset="0"/>
            </a:endParaRPr>
          </a:p>
          <a:p>
            <a:pPr marL="0" indent="0" algn="l">
              <a:buNone/>
            </a:pPr>
            <a:r>
              <a:rPr lang="en-US" sz="2000" dirty="0">
                <a:solidFill>
                  <a:srgbClr val="2D3E5C"/>
                </a:solidFill>
                <a:latin typeface="Calibri" pitchFamily="34" charset="0"/>
                <a:ea typeface="Calibri" pitchFamily="34" charset="-122"/>
                <a:cs typeface="Calibri" pitchFamily="34" charset="-120"/>
              </a:rPr>
              <a:t>→ Model choice depends on objective: average accuracy → Lasso   |   tail-risk sensitivity → Ridge</a:t>
            </a:r>
            <a:endParaRPr lang="en-US" sz="2000" dirty="0"/>
          </a:p>
        </p:txBody>
      </p:sp>
      <p:sp>
        <p:nvSpPr>
          <p:cNvPr id="130" name="Shape 124"/>
          <p:cNvSpPr/>
          <p:nvPr/>
        </p:nvSpPr>
        <p:spPr>
          <a:xfrm>
            <a:off x="24798528" y="7640257"/>
            <a:ext cx="7863840" cy="420624"/>
          </a:xfrm>
          <a:prstGeom prst="rect">
            <a:avLst/>
          </a:prstGeom>
          <a:solidFill>
            <a:srgbClr val="4A7EA8"/>
          </a:solidFill>
          <a:ln w="12700">
            <a:solidFill>
              <a:srgbClr val="4A7EA8"/>
            </a:solidFill>
            <a:prstDash val="solid"/>
          </a:ln>
        </p:spPr>
        <p:txBody>
          <a:bodyPr/>
          <a:lstStyle/>
          <a:p>
            <a:endParaRPr lang="en-US"/>
          </a:p>
        </p:txBody>
      </p:sp>
      <p:sp>
        <p:nvSpPr>
          <p:cNvPr id="131" name="Text 125"/>
          <p:cNvSpPr/>
          <p:nvPr/>
        </p:nvSpPr>
        <p:spPr>
          <a:xfrm>
            <a:off x="24919432" y="7653405"/>
            <a:ext cx="7680960" cy="420624"/>
          </a:xfrm>
          <a:prstGeom prst="rect">
            <a:avLst/>
          </a:prstGeom>
          <a:noFill/>
          <a:ln/>
        </p:spPr>
        <p:txBody>
          <a:bodyPr wrap="square" lIns="0" tIns="0" rIns="0" bIns="0" rtlCol="0" anchor="ctr"/>
          <a:lstStyle/>
          <a:p>
            <a:pPr marL="0" indent="0" algn="l">
              <a:buNone/>
            </a:pPr>
            <a:r>
              <a:rPr lang="en-US" sz="1400" b="1" kern="0" spc="200" dirty="0">
                <a:solidFill>
                  <a:srgbClr val="FFFFFF"/>
                </a:solidFill>
                <a:latin typeface="Calibri" pitchFamily="34" charset="0"/>
                <a:ea typeface="Calibri" pitchFamily="34" charset="-122"/>
                <a:cs typeface="Calibri" pitchFamily="34" charset="-120"/>
              </a:rPr>
              <a:t>KEY FINDINGS</a:t>
            </a:r>
            <a:endParaRPr lang="en-US" sz="1400" dirty="0"/>
          </a:p>
        </p:txBody>
      </p:sp>
      <p:sp>
        <p:nvSpPr>
          <p:cNvPr id="132" name="Shape 126"/>
          <p:cNvSpPr/>
          <p:nvPr/>
        </p:nvSpPr>
        <p:spPr>
          <a:xfrm>
            <a:off x="24798528" y="8073232"/>
            <a:ext cx="7863840" cy="3115024"/>
          </a:xfrm>
          <a:prstGeom prst="rect">
            <a:avLst/>
          </a:prstGeom>
          <a:solidFill>
            <a:srgbClr val="FFFFFF"/>
          </a:solidFill>
          <a:ln w="7620">
            <a:solidFill>
              <a:srgbClr val="D0E4F0"/>
            </a:solidFill>
            <a:prstDash val="solid"/>
          </a:ln>
        </p:spPr>
        <p:txBody>
          <a:bodyPr/>
          <a:lstStyle/>
          <a:p>
            <a:endParaRPr lang="en-US" dirty="0"/>
          </a:p>
        </p:txBody>
      </p:sp>
      <p:sp>
        <p:nvSpPr>
          <p:cNvPr id="133" name="Text 127"/>
          <p:cNvSpPr/>
          <p:nvPr/>
        </p:nvSpPr>
        <p:spPr>
          <a:xfrm>
            <a:off x="24844248" y="8163433"/>
            <a:ext cx="7626096" cy="2834640"/>
          </a:xfrm>
          <a:prstGeom prst="rect">
            <a:avLst/>
          </a:prstGeom>
          <a:noFill/>
          <a:ln/>
        </p:spPr>
        <p:txBody>
          <a:bodyPr wrap="square" lIns="76200" tIns="76200" rIns="76200" bIns="76200" rtlCol="0" anchor="t"/>
          <a:lstStyle/>
          <a:p>
            <a:pPr marL="342900" indent="-342900">
              <a:spcBef>
                <a:spcPts val="500"/>
              </a:spcBef>
              <a:buSzPct val="100000"/>
              <a:buChar char="•"/>
            </a:pPr>
            <a:r>
              <a:rPr lang="en-US" sz="2100" dirty="0">
                <a:solidFill>
                  <a:srgbClr val="2D3E5C"/>
                </a:solidFill>
                <a:latin typeface="Calibri" pitchFamily="34" charset="0"/>
                <a:ea typeface="Calibri" pitchFamily="34" charset="-122"/>
                <a:cs typeface="Calibri" pitchFamily="34" charset="-120"/>
              </a:rPr>
              <a:t>Lasso/Ridge achieve R² ≈ 0.756 — all ML models substantially outperform naive baseline (R² = 0.453).</a:t>
            </a:r>
            <a:endParaRPr lang="en-US" sz="2100" dirty="0"/>
          </a:p>
          <a:p>
            <a:pPr marL="342900" indent="-342900">
              <a:spcBef>
                <a:spcPts val="500"/>
              </a:spcBef>
              <a:buSzPct val="100000"/>
              <a:buChar char="•"/>
            </a:pPr>
            <a:r>
              <a:rPr lang="en-US" sz="2100" dirty="0">
                <a:solidFill>
                  <a:srgbClr val="2D3E5C"/>
                </a:solidFill>
                <a:latin typeface="Calibri" pitchFamily="34" charset="0"/>
                <a:ea typeface="Calibri" pitchFamily="34" charset="-122"/>
                <a:cs typeface="Calibri" pitchFamily="34" charset="-120"/>
              </a:rPr>
              <a:t>Better vol prediction directly improves risk management: Sharpe 2.08 vs 1.24, drawdown −7.48% vs −15.38%.</a:t>
            </a:r>
            <a:endParaRPr lang="en-US" sz="2100" dirty="0"/>
          </a:p>
          <a:p>
            <a:pPr marL="342900" indent="-342900">
              <a:spcBef>
                <a:spcPts val="500"/>
              </a:spcBef>
              <a:buSzPct val="100000"/>
              <a:buChar char="•"/>
            </a:pPr>
            <a:r>
              <a:rPr lang="en-US" sz="2100" dirty="0">
                <a:solidFill>
                  <a:srgbClr val="2D3E5C"/>
                </a:solidFill>
                <a:latin typeface="Calibri" pitchFamily="34" charset="0"/>
                <a:ea typeface="Calibri" pitchFamily="34" charset="-122"/>
                <a:cs typeface="Calibri" pitchFamily="34" charset="-120"/>
              </a:rPr>
              <a:t>Marginal RMSE difference (Lasso vs Ridge) does not affect portfolio outcomes at average-case level.</a:t>
            </a:r>
            <a:endParaRPr lang="en-US" sz="2100" dirty="0"/>
          </a:p>
          <a:p>
            <a:pPr marL="342900" indent="-342900">
              <a:spcBef>
                <a:spcPts val="500"/>
              </a:spcBef>
              <a:buSzPct val="100000"/>
              <a:buChar char="•"/>
            </a:pPr>
            <a:r>
              <a:rPr lang="en-US" sz="2100" dirty="0">
                <a:solidFill>
                  <a:srgbClr val="2D3E5C"/>
                </a:solidFill>
                <a:latin typeface="Calibri" pitchFamily="34" charset="0"/>
                <a:ea typeface="Calibri" pitchFamily="34" charset="-122"/>
                <a:cs typeface="Calibri" pitchFamily="34" charset="-120"/>
              </a:rPr>
              <a:t>V3 strategies confirm that momentum filtering and regime detection add real economic value.</a:t>
            </a:r>
            <a:endParaRPr lang="en-US" sz="2100" dirty="0"/>
          </a:p>
        </p:txBody>
      </p:sp>
      <p:sp>
        <p:nvSpPr>
          <p:cNvPr id="134" name="Shape 128"/>
          <p:cNvSpPr/>
          <p:nvPr/>
        </p:nvSpPr>
        <p:spPr>
          <a:xfrm>
            <a:off x="24798528" y="11327956"/>
            <a:ext cx="7863840" cy="420624"/>
          </a:xfrm>
          <a:prstGeom prst="rect">
            <a:avLst/>
          </a:prstGeom>
          <a:solidFill>
            <a:srgbClr val="4A7EA8"/>
          </a:solidFill>
          <a:ln w="12700">
            <a:solidFill>
              <a:srgbClr val="4A7EA8"/>
            </a:solidFill>
            <a:prstDash val="solid"/>
          </a:ln>
        </p:spPr>
        <p:txBody>
          <a:bodyPr/>
          <a:lstStyle/>
          <a:p>
            <a:endParaRPr lang="en-US"/>
          </a:p>
        </p:txBody>
      </p:sp>
      <p:sp>
        <p:nvSpPr>
          <p:cNvPr id="135" name="Text 129"/>
          <p:cNvSpPr/>
          <p:nvPr/>
        </p:nvSpPr>
        <p:spPr>
          <a:xfrm>
            <a:off x="24921972" y="11334020"/>
            <a:ext cx="7680960" cy="420624"/>
          </a:xfrm>
          <a:prstGeom prst="rect">
            <a:avLst/>
          </a:prstGeom>
          <a:noFill/>
          <a:ln/>
        </p:spPr>
        <p:txBody>
          <a:bodyPr wrap="square" lIns="0" tIns="0" rIns="0" bIns="0" rtlCol="0" anchor="ctr"/>
          <a:lstStyle/>
          <a:p>
            <a:pPr marL="0" indent="0" algn="l">
              <a:buNone/>
            </a:pPr>
            <a:r>
              <a:rPr lang="en-US" sz="1400" b="1" kern="0" spc="200" dirty="0">
                <a:solidFill>
                  <a:srgbClr val="FFFFFF"/>
                </a:solidFill>
                <a:latin typeface="Calibri" pitchFamily="34" charset="0"/>
                <a:ea typeface="Calibri" pitchFamily="34" charset="-122"/>
                <a:cs typeface="Calibri" pitchFamily="34" charset="-120"/>
              </a:rPr>
              <a:t>CHALLENGES</a:t>
            </a:r>
            <a:endParaRPr lang="en-US" sz="1400" dirty="0"/>
          </a:p>
        </p:txBody>
      </p:sp>
      <p:sp>
        <p:nvSpPr>
          <p:cNvPr id="136" name="Shape 130"/>
          <p:cNvSpPr/>
          <p:nvPr/>
        </p:nvSpPr>
        <p:spPr>
          <a:xfrm>
            <a:off x="24798528" y="11754644"/>
            <a:ext cx="7863840" cy="2143126"/>
          </a:xfrm>
          <a:prstGeom prst="rect">
            <a:avLst/>
          </a:prstGeom>
          <a:solidFill>
            <a:srgbClr val="FFFFFF"/>
          </a:solidFill>
          <a:ln w="7620">
            <a:solidFill>
              <a:srgbClr val="D0E4F0"/>
            </a:solidFill>
            <a:prstDash val="solid"/>
          </a:ln>
        </p:spPr>
        <p:txBody>
          <a:bodyPr/>
          <a:lstStyle/>
          <a:p>
            <a:endParaRPr lang="en-US"/>
          </a:p>
        </p:txBody>
      </p:sp>
      <p:sp>
        <p:nvSpPr>
          <p:cNvPr id="137" name="Text 131"/>
          <p:cNvSpPr/>
          <p:nvPr/>
        </p:nvSpPr>
        <p:spPr>
          <a:xfrm>
            <a:off x="24811228" y="11854023"/>
            <a:ext cx="7838440" cy="2247170"/>
          </a:xfrm>
          <a:prstGeom prst="rect">
            <a:avLst/>
          </a:prstGeom>
          <a:noFill/>
          <a:ln/>
        </p:spPr>
        <p:txBody>
          <a:bodyPr wrap="square" lIns="76200" tIns="76200" rIns="76200" bIns="76200" rtlCol="0" anchor="t"/>
          <a:lstStyle/>
          <a:p>
            <a:pPr marL="342900" indent="-342900">
              <a:spcBef>
                <a:spcPts val="500"/>
              </a:spcBef>
              <a:buSzPct val="100000"/>
              <a:buChar char="•"/>
            </a:pPr>
            <a:r>
              <a:rPr lang="en-US" sz="2100" dirty="0">
                <a:solidFill>
                  <a:srgbClr val="2D3E5C"/>
                </a:solidFill>
                <a:latin typeface="Calibri" pitchFamily="34" charset="0"/>
                <a:ea typeface="Calibri" pitchFamily="34" charset="-122"/>
                <a:cs typeface="Calibri" pitchFamily="34" charset="-120"/>
              </a:rPr>
              <a:t>Data leakage debugging in rolling-window feature construction.</a:t>
            </a:r>
            <a:endParaRPr lang="en-US" sz="2100" dirty="0"/>
          </a:p>
          <a:p>
            <a:pPr marL="342900" indent="-342900">
              <a:spcBef>
                <a:spcPts val="500"/>
              </a:spcBef>
              <a:buSzPct val="100000"/>
              <a:buChar char="•"/>
            </a:pPr>
            <a:r>
              <a:rPr lang="en-US" sz="2100" dirty="0">
                <a:solidFill>
                  <a:srgbClr val="2D3E5C"/>
                </a:solidFill>
                <a:latin typeface="Calibri" pitchFamily="34" charset="0"/>
                <a:ea typeface="Calibri" pitchFamily="34" charset="-122"/>
                <a:cs typeface="Calibri" pitchFamily="34" charset="-120"/>
              </a:rPr>
              <a:t>Computational scale: 1.38M rows required careful pipeline design.</a:t>
            </a:r>
            <a:endParaRPr lang="en-US" sz="2100" dirty="0"/>
          </a:p>
          <a:p>
            <a:pPr marL="342900" indent="-342900">
              <a:spcBef>
                <a:spcPts val="500"/>
              </a:spcBef>
              <a:buSzPct val="100000"/>
              <a:buChar char="•"/>
            </a:pPr>
            <a:r>
              <a:rPr lang="en-US" sz="2100" dirty="0">
                <a:solidFill>
                  <a:srgbClr val="2D3E5C"/>
                </a:solidFill>
                <a:latin typeface="Calibri" pitchFamily="34" charset="0"/>
                <a:ea typeface="Calibri" pitchFamily="34" charset="-122"/>
                <a:cs typeface="Calibri" pitchFamily="34" charset="-120"/>
              </a:rPr>
              <a:t>Right-skewed target with extreme outliers (max = 1.93).</a:t>
            </a:r>
            <a:endParaRPr lang="en-US" sz="2100" dirty="0"/>
          </a:p>
          <a:p>
            <a:pPr marL="342900" indent="-342900">
              <a:spcBef>
                <a:spcPts val="500"/>
              </a:spcBef>
              <a:buSzPct val="100000"/>
              <a:buChar char="•"/>
            </a:pPr>
            <a:r>
              <a:rPr lang="en-US" sz="2100" dirty="0">
                <a:solidFill>
                  <a:srgbClr val="2D3E5C"/>
                </a:solidFill>
                <a:latin typeface="Calibri" pitchFamily="34" charset="0"/>
                <a:ea typeface="Calibri" pitchFamily="34" charset="-122"/>
                <a:cs typeface="Calibri" pitchFamily="34" charset="-120"/>
              </a:rPr>
              <a:t>SVM and neural net dropped due to time constraints.</a:t>
            </a:r>
            <a:endParaRPr lang="en-US" sz="2100" dirty="0"/>
          </a:p>
        </p:txBody>
      </p:sp>
      <p:sp>
        <p:nvSpPr>
          <p:cNvPr id="138" name="Shape 132"/>
          <p:cNvSpPr/>
          <p:nvPr/>
        </p:nvSpPr>
        <p:spPr>
          <a:xfrm>
            <a:off x="24798528" y="13988796"/>
            <a:ext cx="7863840" cy="420624"/>
          </a:xfrm>
          <a:prstGeom prst="rect">
            <a:avLst/>
          </a:prstGeom>
          <a:solidFill>
            <a:srgbClr val="4A7EA8"/>
          </a:solidFill>
          <a:ln w="12700">
            <a:solidFill>
              <a:srgbClr val="4A7EA8"/>
            </a:solidFill>
            <a:prstDash val="solid"/>
          </a:ln>
        </p:spPr>
        <p:txBody>
          <a:bodyPr/>
          <a:lstStyle/>
          <a:p>
            <a:endParaRPr lang="en-US"/>
          </a:p>
        </p:txBody>
      </p:sp>
      <p:sp>
        <p:nvSpPr>
          <p:cNvPr id="139" name="Text 133"/>
          <p:cNvSpPr/>
          <p:nvPr/>
        </p:nvSpPr>
        <p:spPr>
          <a:xfrm>
            <a:off x="24892000" y="13988796"/>
            <a:ext cx="7680960" cy="420624"/>
          </a:xfrm>
          <a:prstGeom prst="rect">
            <a:avLst/>
          </a:prstGeom>
          <a:noFill/>
          <a:ln/>
        </p:spPr>
        <p:txBody>
          <a:bodyPr wrap="square" lIns="0" tIns="0" rIns="0" bIns="0" rtlCol="0" anchor="ctr"/>
          <a:lstStyle/>
          <a:p>
            <a:pPr marL="0" indent="0" algn="l">
              <a:buNone/>
            </a:pPr>
            <a:r>
              <a:rPr lang="en-US" sz="1400" b="1" kern="0" spc="200" dirty="0">
                <a:solidFill>
                  <a:srgbClr val="FFFFFF"/>
                </a:solidFill>
                <a:latin typeface="Calibri" pitchFamily="34" charset="0"/>
                <a:ea typeface="Calibri" pitchFamily="34" charset="-122"/>
                <a:cs typeface="Calibri" pitchFamily="34" charset="-120"/>
              </a:rPr>
              <a:t>FUTURE DIRECTIONS</a:t>
            </a:r>
            <a:endParaRPr lang="en-US" sz="1400" dirty="0"/>
          </a:p>
        </p:txBody>
      </p:sp>
      <p:sp>
        <p:nvSpPr>
          <p:cNvPr id="140" name="Shape 134"/>
          <p:cNvSpPr/>
          <p:nvPr/>
        </p:nvSpPr>
        <p:spPr>
          <a:xfrm>
            <a:off x="24798528" y="14427073"/>
            <a:ext cx="7863840" cy="2064830"/>
          </a:xfrm>
          <a:prstGeom prst="rect">
            <a:avLst/>
          </a:prstGeom>
          <a:solidFill>
            <a:srgbClr val="FFFFFF"/>
          </a:solidFill>
          <a:ln w="7620">
            <a:solidFill>
              <a:srgbClr val="D0E4F0"/>
            </a:solidFill>
            <a:prstDash val="solid"/>
          </a:ln>
        </p:spPr>
        <p:txBody>
          <a:bodyPr/>
          <a:lstStyle/>
          <a:p>
            <a:endParaRPr lang="en-US"/>
          </a:p>
        </p:txBody>
      </p:sp>
      <p:sp>
        <p:nvSpPr>
          <p:cNvPr id="141" name="Text 135"/>
          <p:cNvSpPr/>
          <p:nvPr/>
        </p:nvSpPr>
        <p:spPr>
          <a:xfrm>
            <a:off x="24798528" y="14537056"/>
            <a:ext cx="7626096" cy="2029968"/>
          </a:xfrm>
          <a:prstGeom prst="rect">
            <a:avLst/>
          </a:prstGeom>
          <a:noFill/>
          <a:ln/>
        </p:spPr>
        <p:txBody>
          <a:bodyPr wrap="square" lIns="76200" tIns="76200" rIns="76200" bIns="76200" rtlCol="0" anchor="t"/>
          <a:lstStyle/>
          <a:p>
            <a:pPr marL="342900" indent="-342900">
              <a:spcBef>
                <a:spcPts val="500"/>
              </a:spcBef>
              <a:buSzPct val="100000"/>
              <a:buChar char="•"/>
            </a:pPr>
            <a:r>
              <a:rPr lang="en-US" sz="2100" dirty="0">
                <a:solidFill>
                  <a:srgbClr val="2D3E5C"/>
                </a:solidFill>
                <a:latin typeface="Calibri" pitchFamily="34" charset="0"/>
                <a:ea typeface="Calibri" pitchFamily="34" charset="-122"/>
                <a:cs typeface="Calibri" pitchFamily="34" charset="-120"/>
              </a:rPr>
              <a:t>GARCH / LSTM benchmarks for formal comparison.</a:t>
            </a:r>
            <a:endParaRPr lang="en-US" sz="2100" dirty="0"/>
          </a:p>
          <a:p>
            <a:pPr marL="342900" indent="-342900">
              <a:spcBef>
                <a:spcPts val="500"/>
              </a:spcBef>
              <a:buSzPct val="100000"/>
              <a:buChar char="•"/>
            </a:pPr>
            <a:r>
              <a:rPr lang="en-US" sz="2100" dirty="0">
                <a:solidFill>
                  <a:srgbClr val="2D3E5C"/>
                </a:solidFill>
                <a:latin typeface="Calibri" pitchFamily="34" charset="0"/>
                <a:ea typeface="Calibri" pitchFamily="34" charset="-122"/>
                <a:cs typeface="Calibri" pitchFamily="34" charset="-120"/>
              </a:rPr>
              <a:t>Walk-forward </a:t>
            </a:r>
            <a:r>
              <a:rPr lang="en-US" sz="2100" dirty="0" err="1">
                <a:solidFill>
                  <a:srgbClr val="2D3E5C"/>
                </a:solidFill>
                <a:latin typeface="Calibri" pitchFamily="34" charset="0"/>
                <a:ea typeface="Calibri" pitchFamily="34" charset="-122"/>
                <a:cs typeface="Calibri" pitchFamily="34" charset="-120"/>
              </a:rPr>
              <a:t>backtesting</a:t>
            </a:r>
            <a:r>
              <a:rPr lang="en-US" sz="2100" dirty="0">
                <a:solidFill>
                  <a:srgbClr val="2D3E5C"/>
                </a:solidFill>
                <a:latin typeface="Calibri" pitchFamily="34" charset="0"/>
                <a:ea typeface="Calibri" pitchFamily="34" charset="-122"/>
                <a:cs typeface="Calibri" pitchFamily="34" charset="-120"/>
              </a:rPr>
              <a:t> with periodic retraining.</a:t>
            </a:r>
            <a:endParaRPr lang="en-US" sz="2100" dirty="0"/>
          </a:p>
          <a:p>
            <a:pPr marL="342900" indent="-342900">
              <a:spcBef>
                <a:spcPts val="500"/>
              </a:spcBef>
              <a:buSzPct val="100000"/>
              <a:buChar char="•"/>
            </a:pPr>
            <a:r>
              <a:rPr lang="en-US" sz="2100" dirty="0">
                <a:solidFill>
                  <a:srgbClr val="2D3E5C"/>
                </a:solidFill>
                <a:latin typeface="Calibri" pitchFamily="34" charset="0"/>
                <a:ea typeface="Calibri" pitchFamily="34" charset="-122"/>
                <a:cs typeface="Calibri" pitchFamily="34" charset="-120"/>
              </a:rPr>
              <a:t>Stress-test on 2008, COVID, 2022 crisis periods.</a:t>
            </a:r>
            <a:endParaRPr lang="en-US" sz="2100" dirty="0"/>
          </a:p>
          <a:p>
            <a:pPr marL="342900" indent="-342900">
              <a:spcBef>
                <a:spcPts val="500"/>
              </a:spcBef>
              <a:buSzPct val="100000"/>
              <a:buChar char="•"/>
            </a:pPr>
            <a:r>
              <a:rPr lang="en-US" sz="2100" dirty="0">
                <a:solidFill>
                  <a:srgbClr val="2D3E5C"/>
                </a:solidFill>
                <a:latin typeface="Calibri" pitchFamily="34" charset="0"/>
                <a:ea typeface="Calibri" pitchFamily="34" charset="-122"/>
                <a:cs typeface="Calibri" pitchFamily="34" charset="-120"/>
              </a:rPr>
              <a:t>Options-implied volatility as forward-looking feature.</a:t>
            </a:r>
            <a:endParaRPr lang="en-US" sz="2100" dirty="0"/>
          </a:p>
        </p:txBody>
      </p:sp>
      <p:sp>
        <p:nvSpPr>
          <p:cNvPr id="142" name="Shape 136"/>
          <p:cNvSpPr/>
          <p:nvPr/>
        </p:nvSpPr>
        <p:spPr>
          <a:xfrm>
            <a:off x="24798528" y="16581122"/>
            <a:ext cx="7863840" cy="420624"/>
          </a:xfrm>
          <a:prstGeom prst="rect">
            <a:avLst/>
          </a:prstGeom>
          <a:solidFill>
            <a:srgbClr val="4A7EA8"/>
          </a:solidFill>
          <a:ln w="12700">
            <a:solidFill>
              <a:srgbClr val="4A7EA8"/>
            </a:solidFill>
            <a:prstDash val="solid"/>
          </a:ln>
        </p:spPr>
        <p:txBody>
          <a:bodyPr/>
          <a:lstStyle/>
          <a:p>
            <a:endParaRPr lang="en-US"/>
          </a:p>
        </p:txBody>
      </p:sp>
      <p:sp>
        <p:nvSpPr>
          <p:cNvPr id="143" name="Text 137"/>
          <p:cNvSpPr/>
          <p:nvPr/>
        </p:nvSpPr>
        <p:spPr>
          <a:xfrm>
            <a:off x="24981408" y="16581756"/>
            <a:ext cx="7680960" cy="420624"/>
          </a:xfrm>
          <a:prstGeom prst="rect">
            <a:avLst/>
          </a:prstGeom>
          <a:noFill/>
          <a:ln/>
        </p:spPr>
        <p:txBody>
          <a:bodyPr wrap="square" lIns="0" tIns="0" rIns="0" bIns="0" rtlCol="0" anchor="ctr"/>
          <a:lstStyle/>
          <a:p>
            <a:pPr marL="0" indent="0" algn="l">
              <a:buNone/>
            </a:pPr>
            <a:r>
              <a:rPr lang="en-US" sz="1400" b="1" kern="0" spc="200" dirty="0">
                <a:solidFill>
                  <a:srgbClr val="FFFFFF"/>
                </a:solidFill>
                <a:latin typeface="Calibri" pitchFamily="34" charset="0"/>
                <a:ea typeface="Calibri" pitchFamily="34" charset="-122"/>
                <a:cs typeface="Calibri" pitchFamily="34" charset="-120"/>
              </a:rPr>
              <a:t>REFERENCES</a:t>
            </a:r>
            <a:endParaRPr lang="en-US" sz="1400" dirty="0"/>
          </a:p>
        </p:txBody>
      </p:sp>
      <p:sp>
        <p:nvSpPr>
          <p:cNvPr id="144" name="Shape 138"/>
          <p:cNvSpPr/>
          <p:nvPr/>
        </p:nvSpPr>
        <p:spPr>
          <a:xfrm>
            <a:off x="24798528" y="17018876"/>
            <a:ext cx="7863840" cy="2470979"/>
          </a:xfrm>
          <a:prstGeom prst="rect">
            <a:avLst/>
          </a:prstGeom>
          <a:solidFill>
            <a:srgbClr val="FFFFFF"/>
          </a:solidFill>
          <a:ln w="7620">
            <a:solidFill>
              <a:srgbClr val="D0E4F0"/>
            </a:solidFill>
            <a:prstDash val="solid"/>
          </a:ln>
        </p:spPr>
        <p:txBody>
          <a:bodyPr/>
          <a:lstStyle/>
          <a:p>
            <a:endParaRPr lang="en-US" dirty="0"/>
          </a:p>
        </p:txBody>
      </p:sp>
      <p:sp>
        <p:nvSpPr>
          <p:cNvPr id="145" name="Text 139"/>
          <p:cNvSpPr/>
          <p:nvPr/>
        </p:nvSpPr>
        <p:spPr>
          <a:xfrm>
            <a:off x="24889968" y="18562320"/>
            <a:ext cx="7589520" cy="347472"/>
          </a:xfrm>
          <a:prstGeom prst="rect">
            <a:avLst/>
          </a:prstGeom>
          <a:noFill/>
          <a:ln/>
        </p:spPr>
        <p:txBody>
          <a:bodyPr wrap="square" lIns="50800" tIns="50800" rIns="50800" bIns="50800" rtlCol="0" anchor="t"/>
          <a:lstStyle/>
          <a:p>
            <a:pPr marL="0" indent="0" algn="l">
              <a:buNone/>
            </a:pPr>
            <a:r>
              <a:rPr lang="en-US" sz="2000" dirty="0">
                <a:solidFill>
                  <a:srgbClr val="2D3E5C"/>
                </a:solidFill>
                <a:latin typeface="Calibri" pitchFamily="34" charset="0"/>
                <a:ea typeface="Calibri" pitchFamily="34" charset="-122"/>
                <a:cs typeface="Calibri" pitchFamily="34" charset="-120"/>
              </a:rPr>
              <a:t>Yang (2023). ICFTBA Proceedings.</a:t>
            </a:r>
            <a:endParaRPr lang="en-US" sz="2000" dirty="0"/>
          </a:p>
        </p:txBody>
      </p:sp>
      <p:sp>
        <p:nvSpPr>
          <p:cNvPr id="146" name="Text 140"/>
          <p:cNvSpPr/>
          <p:nvPr/>
        </p:nvSpPr>
        <p:spPr>
          <a:xfrm>
            <a:off x="24889968" y="17720628"/>
            <a:ext cx="7589520" cy="347472"/>
          </a:xfrm>
          <a:prstGeom prst="rect">
            <a:avLst/>
          </a:prstGeom>
          <a:noFill/>
          <a:ln/>
        </p:spPr>
        <p:txBody>
          <a:bodyPr wrap="square" lIns="50800" tIns="50800" rIns="50800" bIns="50800" rtlCol="0" anchor="t"/>
          <a:lstStyle/>
          <a:p>
            <a:pPr marL="0" indent="0" algn="l">
              <a:buNone/>
            </a:pPr>
            <a:r>
              <a:rPr lang="en-US" sz="2000" dirty="0">
                <a:solidFill>
                  <a:srgbClr val="2D3E5C"/>
                </a:solidFill>
                <a:latin typeface="Calibri" pitchFamily="34" charset="0"/>
                <a:ea typeface="Calibri" pitchFamily="34" charset="-122"/>
                <a:cs typeface="Calibri" pitchFamily="34" charset="-120"/>
              </a:rPr>
              <a:t>Ghysels, Santa-Clara &amp; </a:t>
            </a:r>
            <a:r>
              <a:rPr lang="en-US" sz="2000" dirty="0" err="1">
                <a:solidFill>
                  <a:srgbClr val="2D3E5C"/>
                </a:solidFill>
                <a:latin typeface="Calibri" pitchFamily="34" charset="0"/>
                <a:ea typeface="Calibri" pitchFamily="34" charset="-122"/>
                <a:cs typeface="Calibri" pitchFamily="34" charset="-120"/>
              </a:rPr>
              <a:t>Valkanov</a:t>
            </a:r>
            <a:r>
              <a:rPr lang="en-US" sz="2000" dirty="0">
                <a:solidFill>
                  <a:srgbClr val="2D3E5C"/>
                </a:solidFill>
                <a:latin typeface="Calibri" pitchFamily="34" charset="0"/>
                <a:ea typeface="Calibri" pitchFamily="34" charset="-122"/>
                <a:cs typeface="Calibri" pitchFamily="34" charset="-120"/>
              </a:rPr>
              <a:t> (2004). MIDAS.</a:t>
            </a:r>
            <a:endParaRPr lang="en-US" sz="2000" dirty="0"/>
          </a:p>
        </p:txBody>
      </p:sp>
      <p:sp>
        <p:nvSpPr>
          <p:cNvPr id="147" name="Text 141"/>
          <p:cNvSpPr/>
          <p:nvPr/>
        </p:nvSpPr>
        <p:spPr>
          <a:xfrm>
            <a:off x="24889968" y="17346168"/>
            <a:ext cx="7589520" cy="347472"/>
          </a:xfrm>
          <a:prstGeom prst="rect">
            <a:avLst/>
          </a:prstGeom>
          <a:noFill/>
          <a:ln/>
        </p:spPr>
        <p:txBody>
          <a:bodyPr wrap="square" lIns="50800" tIns="50800" rIns="50800" bIns="50800" rtlCol="0" anchor="t"/>
          <a:lstStyle/>
          <a:p>
            <a:pPr marL="0" indent="0" algn="l">
              <a:buNone/>
            </a:pPr>
            <a:r>
              <a:rPr lang="en-US" sz="2000" dirty="0">
                <a:solidFill>
                  <a:srgbClr val="2D3E5C"/>
                </a:solidFill>
                <a:latin typeface="Calibri" pitchFamily="34" charset="0"/>
                <a:ea typeface="Calibri" pitchFamily="34" charset="-122"/>
                <a:cs typeface="Calibri" pitchFamily="34" charset="-120"/>
              </a:rPr>
              <a:t>Bollerslev (1986). J. Econometrics — GARCH.</a:t>
            </a:r>
            <a:endParaRPr lang="en-US" sz="2000" dirty="0"/>
          </a:p>
        </p:txBody>
      </p:sp>
      <p:sp>
        <p:nvSpPr>
          <p:cNvPr id="148" name="Text 142"/>
          <p:cNvSpPr/>
          <p:nvPr/>
        </p:nvSpPr>
        <p:spPr>
          <a:xfrm>
            <a:off x="24889968" y="18123408"/>
            <a:ext cx="7589520" cy="347472"/>
          </a:xfrm>
          <a:prstGeom prst="rect">
            <a:avLst/>
          </a:prstGeom>
          <a:noFill/>
          <a:ln/>
        </p:spPr>
        <p:txBody>
          <a:bodyPr wrap="square" lIns="50800" tIns="50800" rIns="50800" bIns="50800" rtlCol="0" anchor="t"/>
          <a:lstStyle/>
          <a:p>
            <a:pPr marL="0" indent="0" algn="l">
              <a:buNone/>
            </a:pPr>
            <a:r>
              <a:rPr lang="en-US" sz="2000" dirty="0">
                <a:solidFill>
                  <a:srgbClr val="2D3E5C"/>
                </a:solidFill>
                <a:latin typeface="Calibri" pitchFamily="34" charset="0"/>
                <a:ea typeface="Calibri" pitchFamily="34" charset="-122"/>
                <a:cs typeface="Calibri" pitchFamily="34" charset="-120"/>
              </a:rPr>
              <a:t>Nelson (1991). </a:t>
            </a:r>
            <a:r>
              <a:rPr lang="en-US" sz="2000" dirty="0" err="1">
                <a:solidFill>
                  <a:srgbClr val="2D3E5C"/>
                </a:solidFill>
                <a:latin typeface="Calibri" pitchFamily="34" charset="0"/>
                <a:ea typeface="Calibri" pitchFamily="34" charset="-122"/>
                <a:cs typeface="Calibri" pitchFamily="34" charset="-120"/>
              </a:rPr>
              <a:t>Econometrica</a:t>
            </a:r>
            <a:r>
              <a:rPr lang="en-US" sz="2000" dirty="0">
                <a:solidFill>
                  <a:srgbClr val="2D3E5C"/>
                </a:solidFill>
                <a:latin typeface="Calibri" pitchFamily="34" charset="0"/>
                <a:ea typeface="Calibri" pitchFamily="34" charset="-122"/>
                <a:cs typeface="Calibri" pitchFamily="34" charset="-120"/>
              </a:rPr>
              <a:t> — EGARCH.</a:t>
            </a:r>
            <a:endParaRPr lang="en-US" sz="2000" dirty="0"/>
          </a:p>
        </p:txBody>
      </p:sp>
      <p:sp>
        <p:nvSpPr>
          <p:cNvPr id="149" name="Text 143"/>
          <p:cNvSpPr/>
          <p:nvPr/>
        </p:nvSpPr>
        <p:spPr>
          <a:xfrm>
            <a:off x="24889968" y="16945168"/>
            <a:ext cx="7589520" cy="347472"/>
          </a:xfrm>
          <a:prstGeom prst="rect">
            <a:avLst/>
          </a:prstGeom>
          <a:noFill/>
          <a:ln/>
        </p:spPr>
        <p:txBody>
          <a:bodyPr wrap="square" lIns="50800" tIns="50800" rIns="50800" bIns="50800" rtlCol="0" anchor="t"/>
          <a:lstStyle/>
          <a:p>
            <a:pPr marL="0" indent="0" algn="l">
              <a:buNone/>
            </a:pPr>
            <a:r>
              <a:rPr lang="en-US" sz="2000" dirty="0" err="1">
                <a:solidFill>
                  <a:srgbClr val="2D3E5C"/>
                </a:solidFill>
                <a:latin typeface="Calibri" pitchFamily="34" charset="0"/>
                <a:ea typeface="Calibri" pitchFamily="34" charset="-122"/>
                <a:cs typeface="Calibri" pitchFamily="34" charset="-120"/>
              </a:rPr>
              <a:t>Asness</a:t>
            </a:r>
            <a:r>
              <a:rPr lang="en-US" sz="2000" dirty="0">
                <a:solidFill>
                  <a:srgbClr val="2D3E5C"/>
                </a:solidFill>
                <a:latin typeface="Calibri" pitchFamily="34" charset="0"/>
                <a:ea typeface="Calibri" pitchFamily="34" charset="-122"/>
                <a:cs typeface="Calibri" pitchFamily="34" charset="-120"/>
              </a:rPr>
              <a:t>, Frazzini &amp; Pedersen (2012). Risk Parity.</a:t>
            </a:r>
            <a:endParaRPr lang="en-US" sz="2000" dirty="0"/>
          </a:p>
        </p:txBody>
      </p:sp>
      <p:sp>
        <p:nvSpPr>
          <p:cNvPr id="154" name="Shape 148"/>
          <p:cNvSpPr/>
          <p:nvPr/>
        </p:nvSpPr>
        <p:spPr>
          <a:xfrm>
            <a:off x="146304" y="21593350"/>
            <a:ext cx="32918400" cy="365760"/>
          </a:xfrm>
          <a:prstGeom prst="rect">
            <a:avLst/>
          </a:prstGeom>
          <a:solidFill>
            <a:srgbClr val="2D3E5C"/>
          </a:solidFill>
          <a:ln w="12700">
            <a:solidFill>
              <a:srgbClr val="2D3E5C"/>
            </a:solidFill>
            <a:prstDash val="solid"/>
          </a:ln>
        </p:spPr>
        <p:txBody>
          <a:bodyPr/>
          <a:lstStyle/>
          <a:p>
            <a:endParaRPr lang="en-US"/>
          </a:p>
        </p:txBody>
      </p:sp>
      <p:sp>
        <p:nvSpPr>
          <p:cNvPr id="155" name="Shape 149"/>
          <p:cNvSpPr/>
          <p:nvPr/>
        </p:nvSpPr>
        <p:spPr>
          <a:xfrm>
            <a:off x="0" y="21543264"/>
            <a:ext cx="32918400" cy="54864"/>
          </a:xfrm>
          <a:prstGeom prst="rect">
            <a:avLst/>
          </a:prstGeom>
          <a:solidFill>
            <a:srgbClr val="D0E4F0"/>
          </a:solidFill>
          <a:ln w="12700">
            <a:solidFill>
              <a:srgbClr val="D0E4F0"/>
            </a:solidFill>
            <a:prstDash val="solid"/>
          </a:ln>
        </p:spPr>
        <p:txBody>
          <a:bodyPr/>
          <a:lstStyle/>
          <a:p>
            <a:endParaRPr lang="en-US"/>
          </a:p>
        </p:txBody>
      </p:sp>
      <p:sp>
        <p:nvSpPr>
          <p:cNvPr id="156" name="Text 150"/>
          <p:cNvSpPr/>
          <p:nvPr/>
        </p:nvSpPr>
        <p:spPr>
          <a:xfrm>
            <a:off x="365760" y="21598128"/>
            <a:ext cx="32186880" cy="292608"/>
          </a:xfrm>
          <a:prstGeom prst="rect">
            <a:avLst/>
          </a:prstGeom>
          <a:noFill/>
          <a:ln/>
        </p:spPr>
        <p:txBody>
          <a:bodyPr wrap="square" lIns="0" tIns="0" rIns="0" bIns="0" rtlCol="0" anchor="ctr"/>
          <a:lstStyle/>
          <a:p>
            <a:pPr marL="0" indent="0" algn="ctr">
              <a:buNone/>
            </a:pPr>
            <a:r>
              <a:rPr lang="en-US" sz="1300" dirty="0">
                <a:solidFill>
                  <a:srgbClr val="E8F1F8"/>
                </a:solidFill>
                <a:latin typeface="Calibri" pitchFamily="34" charset="0"/>
                <a:ea typeface="Calibri" pitchFamily="34" charset="-122"/>
                <a:cs typeface="Calibri" pitchFamily="34" charset="-120"/>
              </a:rPr>
              <a:t>Yang (2023) ICFTBA  ·  Ghysels et al. (2004)  ·  Bollerslev (1986) GARCH  ·  Nelson (1991) EGARCH  ·  </a:t>
            </a:r>
            <a:r>
              <a:rPr lang="en-US" sz="1300" dirty="0" err="1">
                <a:solidFill>
                  <a:srgbClr val="E8F1F8"/>
                </a:solidFill>
                <a:latin typeface="Calibri" pitchFamily="34" charset="0"/>
                <a:ea typeface="Calibri" pitchFamily="34" charset="-122"/>
                <a:cs typeface="Calibri" pitchFamily="34" charset="-120"/>
              </a:rPr>
              <a:t>Asness</a:t>
            </a:r>
            <a:r>
              <a:rPr lang="en-US" sz="1300" dirty="0">
                <a:solidFill>
                  <a:srgbClr val="E8F1F8"/>
                </a:solidFill>
                <a:latin typeface="Calibri" pitchFamily="34" charset="0"/>
                <a:ea typeface="Calibri" pitchFamily="34" charset="-122"/>
                <a:cs typeface="Calibri" pitchFamily="34" charset="-120"/>
              </a:rPr>
              <a:t> et al. (2012) Risk Parity  ·  Salt Financial n.d.</a:t>
            </a:r>
            <a:endParaRPr lang="en-US" sz="1300" dirty="0"/>
          </a:p>
        </p:txBody>
      </p:sp>
      <p:sp>
        <p:nvSpPr>
          <p:cNvPr id="114" name="Text 52">
            <a:extLst>
              <a:ext uri="{FF2B5EF4-FFF2-40B4-BE49-F238E27FC236}">
                <a16:creationId xmlns:a16="http://schemas.microsoft.com/office/drawing/2014/main" id="{734ABF43-7C35-7A05-BFDC-54AD6990D507}"/>
              </a:ext>
            </a:extLst>
          </p:cNvPr>
          <p:cNvSpPr/>
          <p:nvPr/>
        </p:nvSpPr>
        <p:spPr>
          <a:xfrm>
            <a:off x="345440" y="12048300"/>
            <a:ext cx="7498080" cy="822960"/>
          </a:xfrm>
          <a:prstGeom prst="rect">
            <a:avLst/>
          </a:prstGeom>
          <a:noFill/>
          <a:ln/>
        </p:spPr>
        <p:txBody>
          <a:bodyPr wrap="square" lIns="76200" tIns="76200" rIns="76200" bIns="76200" rtlCol="0" anchor="t"/>
          <a:lstStyle/>
          <a:p>
            <a:pPr marL="342900" indent="-342900">
              <a:spcBef>
                <a:spcPts val="500"/>
              </a:spcBef>
              <a:buSzPct val="100000"/>
              <a:buChar char="•"/>
            </a:pPr>
            <a:r>
              <a:rPr lang="en-US" sz="2000">
                <a:solidFill>
                  <a:srgbClr val="2D3E5C"/>
                </a:solidFill>
                <a:latin typeface="Calibri" pitchFamily="34" charset="0"/>
                <a:ea typeface="Calibri" pitchFamily="34" charset="-122"/>
                <a:cs typeface="Calibri" pitchFamily="34" charset="-120"/>
              </a:rPr>
              <a:t>Train: Jan 2015 – Feb 2024</a:t>
            </a:r>
            <a:endParaRPr lang="en-US" sz="2000"/>
          </a:p>
          <a:p>
            <a:pPr marL="342900" indent="-342900">
              <a:spcBef>
                <a:spcPts val="500"/>
              </a:spcBef>
              <a:buSzPct val="100000"/>
              <a:buChar char="•"/>
            </a:pPr>
            <a:r>
              <a:rPr lang="en-US" sz="2000">
                <a:solidFill>
                  <a:srgbClr val="2D3E5C"/>
                </a:solidFill>
                <a:latin typeface="Calibri" pitchFamily="34" charset="0"/>
                <a:ea typeface="Calibri" pitchFamily="34" charset="-122"/>
                <a:cs typeface="Calibri" pitchFamily="34" charset="-120"/>
              </a:rPr>
              <a:t>Test:  Feb 2024 – Apr 2026</a:t>
            </a:r>
            <a:endParaRPr lang="en-US" sz="2000"/>
          </a:p>
          <a:p>
            <a:pPr marL="342900" indent="-342900">
              <a:spcBef>
                <a:spcPts val="500"/>
              </a:spcBef>
              <a:buSzPct val="100000"/>
              <a:buChar char="•"/>
            </a:pPr>
            <a:r>
              <a:rPr lang="en-US" sz="2000">
                <a:solidFill>
                  <a:srgbClr val="2D3E5C"/>
                </a:solidFill>
                <a:latin typeface="Calibri" pitchFamily="34" charset="0"/>
                <a:ea typeface="Calibri" pitchFamily="34" charset="-122"/>
                <a:cs typeface="Calibri" pitchFamily="34" charset="-120"/>
              </a:rPr>
              <a:t>Chronological split — no shuffling</a:t>
            </a:r>
            <a:endParaRPr lang="en-US" sz="2000"/>
          </a:p>
        </p:txBody>
      </p:sp>
      <p:pic>
        <p:nvPicPr>
          <p:cNvPr id="170" name="Picture 169">
            <a:extLst>
              <a:ext uri="{FF2B5EF4-FFF2-40B4-BE49-F238E27FC236}">
                <a16:creationId xmlns:a16="http://schemas.microsoft.com/office/drawing/2014/main" id="{2D6779C5-D0B6-ACBF-21E3-816A8131061D}"/>
              </a:ext>
            </a:extLst>
          </p:cNvPr>
          <p:cNvPicPr>
            <a:picLocks noChangeAspect="1"/>
          </p:cNvPicPr>
          <p:nvPr/>
        </p:nvPicPr>
        <p:blipFill>
          <a:blip r:embed="rId3"/>
          <a:srcRect t="7209"/>
          <a:stretch>
            <a:fillRect/>
          </a:stretch>
        </p:blipFill>
        <p:spPr>
          <a:xfrm>
            <a:off x="9478472" y="3474720"/>
            <a:ext cx="13961455" cy="5577840"/>
          </a:xfrm>
          <a:prstGeom prst="rect">
            <a:avLst/>
          </a:prstGeom>
        </p:spPr>
      </p:pic>
      <p:graphicFrame>
        <p:nvGraphicFramePr>
          <p:cNvPr id="43" name="Table 0">
            <a:extLst>
              <a:ext uri="{FF2B5EF4-FFF2-40B4-BE49-F238E27FC236}">
                <a16:creationId xmlns:a16="http://schemas.microsoft.com/office/drawing/2014/main" id="{50CC593D-36C2-A8C2-F746-BBAB5E058EB2}"/>
              </a:ext>
            </a:extLst>
          </p:cNvPr>
          <p:cNvGraphicFramePr>
            <a:graphicFrameLocks noGrp="1"/>
          </p:cNvGraphicFramePr>
          <p:nvPr>
            <p:extLst>
              <p:ext uri="{D42A27DB-BD31-4B8C-83A1-F6EECF244321}">
                <p14:modId xmlns:p14="http://schemas.microsoft.com/office/powerpoint/2010/main" val="323041608"/>
              </p:ext>
            </p:extLst>
          </p:nvPr>
        </p:nvGraphicFramePr>
        <p:xfrm>
          <a:off x="16651224" y="10023860"/>
          <a:ext cx="7854696" cy="2688336"/>
        </p:xfrm>
        <a:graphic>
          <a:graphicData uri="http://schemas.openxmlformats.org/drawingml/2006/table">
            <a:tbl>
              <a:tblPr/>
              <a:tblGrid>
                <a:gridCol w="2293341">
                  <a:extLst>
                    <a:ext uri="{9D8B030D-6E8A-4147-A177-3AD203B41FA5}">
                      <a16:colId xmlns:a16="http://schemas.microsoft.com/office/drawing/2014/main" val="20000"/>
                    </a:ext>
                  </a:extLst>
                </a:gridCol>
                <a:gridCol w="1592599">
                  <a:extLst>
                    <a:ext uri="{9D8B030D-6E8A-4147-A177-3AD203B41FA5}">
                      <a16:colId xmlns:a16="http://schemas.microsoft.com/office/drawing/2014/main" val="20001"/>
                    </a:ext>
                  </a:extLst>
                </a:gridCol>
                <a:gridCol w="1802822">
                  <a:extLst>
                    <a:ext uri="{9D8B030D-6E8A-4147-A177-3AD203B41FA5}">
                      <a16:colId xmlns:a16="http://schemas.microsoft.com/office/drawing/2014/main" val="20002"/>
                    </a:ext>
                  </a:extLst>
                </a:gridCol>
                <a:gridCol w="2165934">
                  <a:extLst>
                    <a:ext uri="{9D8B030D-6E8A-4147-A177-3AD203B41FA5}">
                      <a16:colId xmlns:a16="http://schemas.microsoft.com/office/drawing/2014/main" val="20003"/>
                    </a:ext>
                  </a:extLst>
                </a:gridCol>
              </a:tblGrid>
              <a:tr h="384048">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D3E5C"/>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Overall RMSE</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D3E5C"/>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Asymmetric RMSE</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D3E5C"/>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Spike RMSE</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4A7EA8"/>
                    </a:solidFill>
                  </a:tcPr>
                </a:tc>
                <a:extLst>
                  <a:ext uri="{0D108BD9-81ED-4DB2-BD59-A6C34878D82A}">
                    <a16:rowId xmlns:a16="http://schemas.microsoft.com/office/drawing/2014/main" val="10000"/>
                  </a:ext>
                </a:extLst>
              </a:tr>
              <a:tr h="384048">
                <a:tc>
                  <a:txBody>
                    <a:bodyPr/>
                    <a:lstStyle/>
                    <a:p>
                      <a:pPr marL="0" indent="0" algn="l">
                        <a:buNone/>
                      </a:pPr>
                      <a:r>
                        <a:rPr lang="en-US" sz="1500" b="1" dirty="0">
                          <a:solidFill>
                            <a:srgbClr val="2D3E5C"/>
                          </a:solidFill>
                          <a:latin typeface="Calibri" pitchFamily="34" charset="0"/>
                          <a:ea typeface="Calibri" pitchFamily="34" charset="-122"/>
                          <a:cs typeface="Calibri" pitchFamily="34" charset="-120"/>
                        </a:rPr>
                        <a:t>Ridge Regression</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500" dirty="0">
                          <a:solidFill>
                            <a:srgbClr val="2D3E5C"/>
                          </a:solidFill>
                          <a:latin typeface="Calibri" pitchFamily="34" charset="0"/>
                          <a:ea typeface="Calibri" pitchFamily="34" charset="-122"/>
                          <a:cs typeface="Calibri" pitchFamily="34" charset="-120"/>
                        </a:rPr>
                        <a:t>0.006536</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500" dirty="0">
                          <a:solidFill>
                            <a:srgbClr val="2D3E5C"/>
                          </a:solidFill>
                          <a:latin typeface="Calibri" pitchFamily="34" charset="0"/>
                          <a:ea typeface="Calibri" pitchFamily="34" charset="-122"/>
                          <a:cs typeface="Calibri" pitchFamily="34" charset="-120"/>
                        </a:rPr>
                        <a:t>0.008349</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500" b="1" dirty="0">
                          <a:solidFill>
                            <a:srgbClr val="2D3E5C"/>
                          </a:solidFill>
                          <a:latin typeface="Calibri" pitchFamily="34" charset="0"/>
                          <a:ea typeface="Calibri" pitchFamily="34" charset="-122"/>
                          <a:cs typeface="Calibri" pitchFamily="34" charset="-120"/>
                        </a:rPr>
                        <a:t>0.015017</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1"/>
                  </a:ext>
                </a:extLst>
              </a:tr>
              <a:tr h="384048">
                <a:tc>
                  <a:txBody>
                    <a:bodyPr/>
                    <a:lstStyle/>
                    <a:p>
                      <a:pPr marL="0" indent="0" algn="l">
                        <a:buNone/>
                      </a:pPr>
                      <a:r>
                        <a:rPr lang="en-US" sz="1500" b="1" dirty="0">
                          <a:solidFill>
                            <a:srgbClr val="2D3E5C"/>
                          </a:solidFill>
                          <a:latin typeface="Calibri" pitchFamily="34" charset="0"/>
                          <a:ea typeface="Calibri" pitchFamily="34" charset="-122"/>
                          <a:cs typeface="Calibri" pitchFamily="34" charset="-120"/>
                        </a:rPr>
                        <a:t>Lasso Regression</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D3E5C"/>
                          </a:solidFill>
                          <a:latin typeface="Calibri" pitchFamily="34" charset="0"/>
                          <a:ea typeface="Calibri" pitchFamily="34" charset="-122"/>
                          <a:cs typeface="Calibri" pitchFamily="34" charset="-120"/>
                        </a:rPr>
                        <a:t>0.006533</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D3E5C"/>
                          </a:solidFill>
                          <a:latin typeface="Calibri" pitchFamily="34" charset="0"/>
                          <a:ea typeface="Calibri" pitchFamily="34" charset="-122"/>
                          <a:cs typeface="Calibri" pitchFamily="34" charset="-120"/>
                        </a:rPr>
                        <a:t>0.008349</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2D3E5C"/>
                          </a:solidFill>
                          <a:latin typeface="Calibri" pitchFamily="34" charset="0"/>
                          <a:ea typeface="Calibri" pitchFamily="34" charset="-122"/>
                          <a:cs typeface="Calibri" pitchFamily="34" charset="-120"/>
                        </a:rPr>
                        <a:t>0.015029</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500" b="1" dirty="0">
                          <a:solidFill>
                            <a:srgbClr val="2D3E5C"/>
                          </a:solidFill>
                          <a:latin typeface="Calibri" pitchFamily="34" charset="0"/>
                          <a:ea typeface="Calibri" pitchFamily="34" charset="-122"/>
                          <a:cs typeface="Calibri" pitchFamily="34" charset="-120"/>
                        </a:rPr>
                        <a:t>Random Forest</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500" dirty="0">
                          <a:solidFill>
                            <a:srgbClr val="2D3E5C"/>
                          </a:solidFill>
                          <a:latin typeface="Calibri" pitchFamily="34" charset="0"/>
                          <a:ea typeface="Calibri" pitchFamily="34" charset="-122"/>
                          <a:cs typeface="Calibri" pitchFamily="34" charset="-120"/>
                        </a:rPr>
                        <a:t>0.006539</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500" dirty="0">
                          <a:solidFill>
                            <a:srgbClr val="2D3E5C"/>
                          </a:solidFill>
                          <a:latin typeface="Calibri" pitchFamily="34" charset="0"/>
                          <a:ea typeface="Calibri" pitchFamily="34" charset="-122"/>
                          <a:cs typeface="Calibri" pitchFamily="34" charset="-120"/>
                        </a:rPr>
                        <a:t>0.008392</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500" b="1" dirty="0">
                          <a:solidFill>
                            <a:srgbClr val="2D3E5C"/>
                          </a:solidFill>
                          <a:latin typeface="Calibri" pitchFamily="34" charset="0"/>
                          <a:ea typeface="Calibri" pitchFamily="34" charset="-122"/>
                          <a:cs typeface="Calibri" pitchFamily="34" charset="-120"/>
                        </a:rPr>
                        <a:t>0.015219</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3"/>
                  </a:ext>
                </a:extLst>
              </a:tr>
              <a:tr h="384048">
                <a:tc>
                  <a:txBody>
                    <a:bodyPr/>
                    <a:lstStyle/>
                    <a:p>
                      <a:pPr marL="0" indent="0" algn="l">
                        <a:buNone/>
                      </a:pPr>
                      <a:r>
                        <a:rPr lang="en-US" sz="1500" b="1" dirty="0">
                          <a:solidFill>
                            <a:srgbClr val="2D3E5C"/>
                          </a:solidFill>
                          <a:latin typeface="Calibri" pitchFamily="34" charset="0"/>
                          <a:ea typeface="Calibri" pitchFamily="34" charset="-122"/>
                          <a:cs typeface="Calibri" pitchFamily="34" charset="-120"/>
                        </a:rPr>
                        <a:t>Gradient Boosting</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D3E5C"/>
                          </a:solidFill>
                          <a:latin typeface="Calibri" pitchFamily="34" charset="0"/>
                          <a:ea typeface="Calibri" pitchFamily="34" charset="-122"/>
                          <a:cs typeface="Calibri" pitchFamily="34" charset="-120"/>
                        </a:rPr>
                        <a:t>0.006581</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2D3E5C"/>
                          </a:solidFill>
                          <a:latin typeface="Calibri" pitchFamily="34" charset="0"/>
                          <a:ea typeface="Calibri" pitchFamily="34" charset="-122"/>
                          <a:cs typeface="Calibri" pitchFamily="34" charset="-120"/>
                        </a:rPr>
                        <a:t>0.008492</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2D3E5C"/>
                          </a:solidFill>
                          <a:latin typeface="Calibri" pitchFamily="34" charset="0"/>
                          <a:ea typeface="Calibri" pitchFamily="34" charset="-122"/>
                          <a:cs typeface="Calibri" pitchFamily="34" charset="-120"/>
                        </a:rPr>
                        <a:t>0.015508</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500" b="1" dirty="0">
                          <a:solidFill>
                            <a:srgbClr val="2D3E5C"/>
                          </a:solidFill>
                          <a:latin typeface="Calibri" pitchFamily="34" charset="0"/>
                          <a:ea typeface="Calibri" pitchFamily="34" charset="-122"/>
                          <a:cs typeface="Calibri" pitchFamily="34" charset="-120"/>
                        </a:rPr>
                        <a:t>Decision Tree</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500" dirty="0">
                          <a:solidFill>
                            <a:srgbClr val="2D3E5C"/>
                          </a:solidFill>
                          <a:latin typeface="Calibri" pitchFamily="34" charset="0"/>
                          <a:ea typeface="Calibri" pitchFamily="34" charset="-122"/>
                          <a:cs typeface="Calibri" pitchFamily="34" charset="-120"/>
                        </a:rPr>
                        <a:t>0.007710</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500" dirty="0">
                          <a:solidFill>
                            <a:srgbClr val="2D3E5C"/>
                          </a:solidFill>
                          <a:latin typeface="Calibri" pitchFamily="34" charset="0"/>
                          <a:ea typeface="Calibri" pitchFamily="34" charset="-122"/>
                          <a:cs typeface="Calibri" pitchFamily="34" charset="-120"/>
                        </a:rPr>
                        <a:t>0.009658</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500" b="1" dirty="0">
                          <a:solidFill>
                            <a:srgbClr val="2D3E5C"/>
                          </a:solidFill>
                          <a:latin typeface="Calibri" pitchFamily="34" charset="0"/>
                          <a:ea typeface="Calibri" pitchFamily="34" charset="-122"/>
                          <a:cs typeface="Calibri" pitchFamily="34" charset="-120"/>
                        </a:rPr>
                        <a:t>0.016975</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5"/>
                  </a:ext>
                </a:extLst>
              </a:tr>
              <a:tr h="384048">
                <a:tc>
                  <a:txBody>
                    <a:bodyPr/>
                    <a:lstStyle/>
                    <a:p>
                      <a:pPr marL="0" indent="0" algn="l">
                        <a:buNone/>
                      </a:pPr>
                      <a:r>
                        <a:rPr lang="en-US" sz="1500" b="1" i="1" dirty="0">
                          <a:solidFill>
                            <a:srgbClr val="4A7EA8"/>
                          </a:solidFill>
                          <a:latin typeface="Calibri" pitchFamily="34" charset="0"/>
                          <a:ea typeface="Calibri" pitchFamily="34" charset="-122"/>
                          <a:cs typeface="Calibri" pitchFamily="34" charset="-120"/>
                        </a:rPr>
                        <a:t>Baseline: vol_lag_1</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500" i="1" dirty="0">
                          <a:solidFill>
                            <a:srgbClr val="4A7EA8"/>
                          </a:solidFill>
                          <a:latin typeface="Calibri" pitchFamily="34" charset="0"/>
                          <a:ea typeface="Calibri" pitchFamily="34" charset="-122"/>
                          <a:cs typeface="Calibri" pitchFamily="34" charset="-120"/>
                        </a:rPr>
                        <a:t>0.009779</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500" i="1" dirty="0">
                          <a:solidFill>
                            <a:srgbClr val="4A7EA8"/>
                          </a:solidFill>
                          <a:latin typeface="Calibri" pitchFamily="34" charset="0"/>
                          <a:ea typeface="Calibri" pitchFamily="34" charset="-122"/>
                          <a:cs typeface="Calibri" pitchFamily="34" charset="-120"/>
                        </a:rPr>
                        <a:t>0.012033</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1500" b="1" i="1" dirty="0">
                          <a:solidFill>
                            <a:srgbClr val="4A7EA8"/>
                          </a:solidFill>
                          <a:latin typeface="Calibri" pitchFamily="34" charset="0"/>
                          <a:ea typeface="Calibri" pitchFamily="34" charset="-122"/>
                          <a:cs typeface="Calibri" pitchFamily="34" charset="-120"/>
                        </a:rPr>
                        <a:t>0.020990</a:t>
                      </a:r>
                      <a:endParaRPr lang="en-US" sz="15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6"/>
                  </a:ext>
                </a:extLst>
              </a:tr>
            </a:tbl>
          </a:graphicData>
        </a:graphic>
      </p:graphicFrame>
      <p:pic>
        <p:nvPicPr>
          <p:cNvPr id="45" name="Picture 44">
            <a:extLst>
              <a:ext uri="{FF2B5EF4-FFF2-40B4-BE49-F238E27FC236}">
                <a16:creationId xmlns:a16="http://schemas.microsoft.com/office/drawing/2014/main" id="{B9046A2F-D2D7-BAFF-F7F9-C78576422B3E}"/>
              </a:ext>
            </a:extLst>
          </p:cNvPr>
          <p:cNvPicPr>
            <a:picLocks noChangeAspect="1"/>
          </p:cNvPicPr>
          <p:nvPr/>
        </p:nvPicPr>
        <p:blipFill>
          <a:blip r:embed="rId4"/>
          <a:stretch>
            <a:fillRect/>
          </a:stretch>
        </p:blipFill>
        <p:spPr>
          <a:xfrm>
            <a:off x="8302752" y="14567397"/>
            <a:ext cx="16295727" cy="5757681"/>
          </a:xfrm>
          <a:prstGeom prst="rect">
            <a:avLst/>
          </a:prstGeom>
        </p:spPr>
      </p:pic>
      <p:graphicFrame>
        <p:nvGraphicFramePr>
          <p:cNvPr id="47" name="Table 3">
            <a:extLst>
              <a:ext uri="{FF2B5EF4-FFF2-40B4-BE49-F238E27FC236}">
                <a16:creationId xmlns:a16="http://schemas.microsoft.com/office/drawing/2014/main" id="{EB21805B-5F63-614B-D29A-81E55F70B7D3}"/>
              </a:ext>
            </a:extLst>
          </p:cNvPr>
          <p:cNvGraphicFramePr>
            <a:graphicFrameLocks noGrp="1"/>
          </p:cNvGraphicFramePr>
          <p:nvPr>
            <p:extLst>
              <p:ext uri="{D42A27DB-BD31-4B8C-83A1-F6EECF244321}">
                <p14:modId xmlns:p14="http://schemas.microsoft.com/office/powerpoint/2010/main" val="57062659"/>
              </p:ext>
            </p:extLst>
          </p:nvPr>
        </p:nvGraphicFramePr>
        <p:xfrm>
          <a:off x="24798528" y="3049524"/>
          <a:ext cx="7801864" cy="4520509"/>
        </p:xfrm>
        <a:graphic>
          <a:graphicData uri="http://schemas.openxmlformats.org/drawingml/2006/table">
            <a:tbl>
              <a:tblPr/>
              <a:tblGrid>
                <a:gridCol w="1760516">
                  <a:extLst>
                    <a:ext uri="{9D8B030D-6E8A-4147-A177-3AD203B41FA5}">
                      <a16:colId xmlns:a16="http://schemas.microsoft.com/office/drawing/2014/main" val="20000"/>
                    </a:ext>
                  </a:extLst>
                </a:gridCol>
                <a:gridCol w="1482539">
                  <a:extLst>
                    <a:ext uri="{9D8B030D-6E8A-4147-A177-3AD203B41FA5}">
                      <a16:colId xmlns:a16="http://schemas.microsoft.com/office/drawing/2014/main" val="20001"/>
                    </a:ext>
                  </a:extLst>
                </a:gridCol>
                <a:gridCol w="1482539">
                  <a:extLst>
                    <a:ext uri="{9D8B030D-6E8A-4147-A177-3AD203B41FA5}">
                      <a16:colId xmlns:a16="http://schemas.microsoft.com/office/drawing/2014/main" val="20002"/>
                    </a:ext>
                  </a:extLst>
                </a:gridCol>
                <a:gridCol w="1528869">
                  <a:extLst>
                    <a:ext uri="{9D8B030D-6E8A-4147-A177-3AD203B41FA5}">
                      <a16:colId xmlns:a16="http://schemas.microsoft.com/office/drawing/2014/main" val="20003"/>
                    </a:ext>
                  </a:extLst>
                </a:gridCol>
                <a:gridCol w="1547401">
                  <a:extLst>
                    <a:ext uri="{9D8B030D-6E8A-4147-A177-3AD203B41FA5}">
                      <a16:colId xmlns:a16="http://schemas.microsoft.com/office/drawing/2014/main" val="20004"/>
                    </a:ext>
                  </a:extLst>
                </a:gridCol>
              </a:tblGrid>
              <a:tr h="700995">
                <a:tc>
                  <a:txBody>
                    <a:bodyPr/>
                    <a:lstStyle/>
                    <a:p>
                      <a:pPr marL="0" indent="0">
                        <a:buNone/>
                      </a:pPr>
                      <a:r>
                        <a:rPr lang="en-US" sz="1900" b="1" dirty="0">
                          <a:solidFill>
                            <a:srgbClr val="FFFFFF"/>
                          </a:solidFill>
                          <a:latin typeface="Calibri" pitchFamily="34" charset="0"/>
                          <a:ea typeface="Calibri" pitchFamily="34" charset="-122"/>
                          <a:cs typeface="Calibri" pitchFamily="34" charset="-120"/>
                        </a:rPr>
                        <a:t>Metric</a:t>
                      </a:r>
                      <a:endParaRPr lang="en-US" sz="19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D3E5C"/>
                    </a:solidFill>
                  </a:tcPr>
                </a:tc>
                <a:tc>
                  <a:txBody>
                    <a:bodyPr/>
                    <a:lstStyle/>
                    <a:p>
                      <a:pPr marL="0" indent="0" algn="ctr">
                        <a:buNone/>
                      </a:pPr>
                      <a:r>
                        <a:rPr lang="en-US" sz="1900" b="1">
                          <a:solidFill>
                            <a:srgbClr val="FFFFFF"/>
                          </a:solidFill>
                          <a:latin typeface="Calibri" pitchFamily="34" charset="0"/>
                          <a:ea typeface="Calibri" pitchFamily="34" charset="-122"/>
                          <a:cs typeface="Calibri" pitchFamily="34" charset="-120"/>
                        </a:rPr>
                        <a:t>Equal Weight</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D3E5C"/>
                    </a:solidFill>
                  </a:tcPr>
                </a:tc>
                <a:tc>
                  <a:txBody>
                    <a:bodyPr/>
                    <a:lstStyle/>
                    <a:p>
                      <a:pPr marL="0" indent="0" algn="ctr">
                        <a:buNone/>
                      </a:pPr>
                      <a:r>
                        <a:rPr lang="en-US" sz="1900" b="1">
                          <a:solidFill>
                            <a:srgbClr val="FFFFFF"/>
                          </a:solidFill>
                          <a:latin typeface="Calibri" pitchFamily="34" charset="0"/>
                          <a:ea typeface="Calibri" pitchFamily="34" charset="-122"/>
                          <a:cs typeface="Calibri" pitchFamily="34" charset="-120"/>
                        </a:rPr>
                        <a:t>V2 Vol+VaR</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2D3E5C"/>
                    </a:solidFill>
                  </a:tcPr>
                </a:tc>
                <a:tc>
                  <a:txBody>
                    <a:bodyPr/>
                    <a:lstStyle/>
                    <a:p>
                      <a:pPr marL="0" indent="0" algn="ctr">
                        <a:buNone/>
                      </a:pPr>
                      <a:r>
                        <a:rPr lang="en-US" sz="1900" b="1">
                          <a:solidFill>
                            <a:srgbClr val="FFFFFF"/>
                          </a:solidFill>
                          <a:latin typeface="Calibri" pitchFamily="34" charset="0"/>
                          <a:ea typeface="Calibri" pitchFamily="34" charset="-122"/>
                          <a:cs typeface="Calibri" pitchFamily="34" charset="-120"/>
                        </a:rPr>
                        <a:t>V3 Lasso</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4A7EA8"/>
                    </a:solidFill>
                  </a:tcPr>
                </a:tc>
                <a:tc>
                  <a:txBody>
                    <a:bodyPr/>
                    <a:lstStyle/>
                    <a:p>
                      <a:pPr marL="0" indent="0" algn="ctr">
                        <a:buNone/>
                      </a:pPr>
                      <a:r>
                        <a:rPr lang="en-US" sz="1900" b="1">
                          <a:solidFill>
                            <a:srgbClr val="FFFFFF"/>
                          </a:solidFill>
                          <a:latin typeface="Calibri" pitchFamily="34" charset="0"/>
                          <a:ea typeface="Calibri" pitchFamily="34" charset="-122"/>
                          <a:cs typeface="Calibri" pitchFamily="34" charset="-120"/>
                        </a:rPr>
                        <a:t>V3 Ridge ★</a:t>
                      </a:r>
                      <a:endParaRPr lang="en-US" sz="19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4A7EA8"/>
                    </a:solidFill>
                  </a:tcPr>
                </a:tc>
                <a:extLst>
                  <a:ext uri="{0D108BD9-81ED-4DB2-BD59-A6C34878D82A}">
                    <a16:rowId xmlns:a16="http://schemas.microsoft.com/office/drawing/2014/main" val="10000"/>
                  </a:ext>
                </a:extLst>
              </a:tr>
              <a:tr h="617331">
                <a:tc>
                  <a:txBody>
                    <a:bodyPr/>
                    <a:lstStyle/>
                    <a:p>
                      <a:pPr marL="0" indent="0" algn="l">
                        <a:buNone/>
                      </a:pPr>
                      <a:r>
                        <a:rPr lang="en-US" sz="2000" b="1" dirty="0">
                          <a:solidFill>
                            <a:srgbClr val="2D3E5C"/>
                          </a:solidFill>
                          <a:latin typeface="Calibri" pitchFamily="34" charset="0"/>
                          <a:ea typeface="Calibri" pitchFamily="34" charset="-122"/>
                          <a:cs typeface="Calibri" pitchFamily="34" charset="-120"/>
                        </a:rPr>
                        <a:t>Total Return</a:t>
                      </a:r>
                      <a:endParaRPr lang="en-US" sz="20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34.17%</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36.94%</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54.94%</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55.17%</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1"/>
                  </a:ext>
                </a:extLst>
              </a:tr>
              <a:tr h="617331">
                <a:tc>
                  <a:txBody>
                    <a:bodyPr/>
                    <a:lstStyle/>
                    <a:p>
                      <a:pPr marL="0" indent="0" algn="l">
                        <a:buNone/>
                      </a:pPr>
                      <a:r>
                        <a:rPr lang="en-US" sz="2000" b="1">
                          <a:solidFill>
                            <a:srgbClr val="2D3E5C"/>
                          </a:solidFill>
                          <a:latin typeface="Calibri" pitchFamily="34" charset="0"/>
                          <a:ea typeface="Calibri" pitchFamily="34" charset="-122"/>
                          <a:cs typeface="Calibri" pitchFamily="34" charset="-120"/>
                        </a:rPr>
                        <a:t>Ann. Volatility</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12.90%</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11.63%</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11.14%</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11.14%</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2"/>
                  </a:ext>
                </a:extLst>
              </a:tr>
              <a:tr h="617331">
                <a:tc>
                  <a:txBody>
                    <a:bodyPr/>
                    <a:lstStyle/>
                    <a:p>
                      <a:pPr marL="0" indent="0" algn="l">
                        <a:buNone/>
                      </a:pPr>
                      <a:r>
                        <a:rPr lang="en-US" sz="2000" b="1">
                          <a:solidFill>
                            <a:srgbClr val="2D3E5C"/>
                          </a:solidFill>
                          <a:latin typeface="Calibri" pitchFamily="34" charset="0"/>
                          <a:ea typeface="Calibri" pitchFamily="34" charset="-122"/>
                          <a:cs typeface="Calibri" pitchFamily="34" charset="-120"/>
                        </a:rPr>
                        <a:t>Sharpe Ratio</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1.24</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1.45</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2.08</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2.08</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3"/>
                  </a:ext>
                </a:extLst>
              </a:tr>
              <a:tr h="732859">
                <a:tc>
                  <a:txBody>
                    <a:bodyPr/>
                    <a:lstStyle/>
                    <a:p>
                      <a:pPr marL="0" indent="0" algn="l">
                        <a:buNone/>
                      </a:pPr>
                      <a:r>
                        <a:rPr lang="en-US" sz="2000" b="1">
                          <a:solidFill>
                            <a:srgbClr val="2D3E5C"/>
                          </a:solidFill>
                          <a:latin typeface="Calibri" pitchFamily="34" charset="0"/>
                          <a:ea typeface="Calibri" pitchFamily="34" charset="-122"/>
                          <a:cs typeface="Calibri" pitchFamily="34" charset="-120"/>
                        </a:rPr>
                        <a:t>Max Drawdown</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−15.38%</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−11.19%</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−7.49%</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−7.48%</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4"/>
                  </a:ext>
                </a:extLst>
              </a:tr>
              <a:tr h="617331">
                <a:tc>
                  <a:txBody>
                    <a:bodyPr/>
                    <a:lstStyle/>
                    <a:p>
                      <a:pPr marL="0" indent="0" algn="l">
                        <a:buNone/>
                      </a:pPr>
                      <a:r>
                        <a:rPr lang="en-US" sz="2000" b="1">
                          <a:solidFill>
                            <a:srgbClr val="2D3E5C"/>
                          </a:solidFill>
                          <a:latin typeface="Calibri" pitchFamily="34" charset="0"/>
                          <a:ea typeface="Calibri" pitchFamily="34" charset="-122"/>
                          <a:cs typeface="Calibri" pitchFamily="34" charset="-120"/>
                        </a:rPr>
                        <a:t>Calmar Ratio</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2.22</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3.30</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7.34</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7.37</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5"/>
                  </a:ext>
                </a:extLst>
              </a:tr>
              <a:tr h="617331">
                <a:tc>
                  <a:txBody>
                    <a:bodyPr/>
                    <a:lstStyle/>
                    <a:p>
                      <a:pPr marL="0" indent="0" algn="l">
                        <a:buNone/>
                      </a:pPr>
                      <a:r>
                        <a:rPr lang="en-US" sz="2000" b="1">
                          <a:solidFill>
                            <a:srgbClr val="2D3E5C"/>
                          </a:solidFill>
                          <a:latin typeface="Calibri" pitchFamily="34" charset="0"/>
                          <a:ea typeface="Calibri" pitchFamily="34" charset="-122"/>
                          <a:cs typeface="Calibri" pitchFamily="34" charset="-120"/>
                        </a:rPr>
                        <a:t>Win Rate</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56.33%</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a:solidFill>
                            <a:srgbClr val="2D3E5C"/>
                          </a:solidFill>
                          <a:latin typeface="Calibri" pitchFamily="34" charset="0"/>
                          <a:ea typeface="Calibri" pitchFamily="34" charset="-122"/>
                          <a:cs typeface="Calibri" pitchFamily="34" charset="-120"/>
                        </a:rPr>
                        <a:t>55.31%</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FFFFFF"/>
                    </a:solidFill>
                  </a:tcPr>
                </a:tc>
                <a:tc>
                  <a:txBody>
                    <a:bodyPr/>
                    <a:lstStyle/>
                    <a:p>
                      <a:pPr marL="0" indent="0" algn="ctr">
                        <a:buNone/>
                      </a:pPr>
                      <a:r>
                        <a:rPr lang="en-US" sz="2000" b="1">
                          <a:solidFill>
                            <a:srgbClr val="2D3E5C"/>
                          </a:solidFill>
                          <a:latin typeface="Calibri" pitchFamily="34" charset="0"/>
                          <a:ea typeface="Calibri" pitchFamily="34" charset="-122"/>
                          <a:cs typeface="Calibri" pitchFamily="34" charset="-120"/>
                        </a:rPr>
                        <a:t>59.18%</a:t>
                      </a:r>
                      <a:endParaRPr lang="en-US" sz="200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tc>
                  <a:txBody>
                    <a:bodyPr/>
                    <a:lstStyle/>
                    <a:p>
                      <a:pPr marL="0" indent="0" algn="ctr">
                        <a:buNone/>
                      </a:pPr>
                      <a:r>
                        <a:rPr lang="en-US" sz="2000" b="1" dirty="0">
                          <a:solidFill>
                            <a:srgbClr val="2D3E5C"/>
                          </a:solidFill>
                          <a:latin typeface="Calibri" pitchFamily="34" charset="0"/>
                          <a:ea typeface="Calibri" pitchFamily="34" charset="-122"/>
                          <a:cs typeface="Calibri" pitchFamily="34" charset="-120"/>
                        </a:rPr>
                        <a:t>59.39%</a:t>
                      </a:r>
                      <a:endParaRPr lang="en-US" sz="2000" dirty="0">
                        <a:latin typeface="Calibri" charset="0"/>
                        <a:ea typeface="Calibri" charset="0"/>
                        <a:cs typeface="Calibri" charset="0"/>
                      </a:endParaRPr>
                    </a:p>
                  </a:txBody>
                  <a:tcPr>
                    <a:lnL w="6350" cap="flat" cmpd="sng" algn="ctr">
                      <a:solidFill>
                        <a:srgbClr val="D0E4F0"/>
                      </a:solidFill>
                      <a:prstDash val="solid"/>
                      <a:round/>
                      <a:headEnd type="none" w="med" len="med"/>
                      <a:tailEnd type="none" w="med" len="med"/>
                    </a:lnL>
                    <a:lnR w="6350" cap="flat" cmpd="sng" algn="ctr">
                      <a:solidFill>
                        <a:srgbClr val="D0E4F0"/>
                      </a:solidFill>
                      <a:prstDash val="solid"/>
                      <a:round/>
                      <a:headEnd type="none" w="med" len="med"/>
                      <a:tailEnd type="none" w="med" len="med"/>
                    </a:lnR>
                    <a:lnT w="6350" cap="flat" cmpd="sng" algn="ctr">
                      <a:solidFill>
                        <a:srgbClr val="D0E4F0"/>
                      </a:solidFill>
                      <a:prstDash val="solid"/>
                      <a:round/>
                      <a:headEnd type="none" w="med" len="med"/>
                      <a:tailEnd type="none" w="med" len="med"/>
                    </a:lnT>
                    <a:lnB w="6350" cap="flat" cmpd="sng" algn="ctr">
                      <a:solidFill>
                        <a:srgbClr val="D0E4F0"/>
                      </a:solidFill>
                      <a:prstDash val="solid"/>
                      <a:round/>
                      <a:headEnd type="none" w="med" len="med"/>
                      <a:tailEnd type="none" w="med" len="med"/>
                    </a:lnB>
                    <a:solidFill>
                      <a:srgbClr val="E8F1F8"/>
                    </a:solidFill>
                  </a:tcPr>
                </a:tc>
                <a:extLst>
                  <a:ext uri="{0D108BD9-81ED-4DB2-BD59-A6C34878D82A}">
                    <a16:rowId xmlns:a16="http://schemas.microsoft.com/office/drawing/2014/main" val="10006"/>
                  </a:ext>
                </a:extLst>
              </a:tr>
            </a:tbl>
          </a:graphicData>
        </a:graphic>
      </p:graphicFrame>
      <p:sp>
        <p:nvSpPr>
          <p:cNvPr id="42" name="Text 139">
            <a:extLst>
              <a:ext uri="{FF2B5EF4-FFF2-40B4-BE49-F238E27FC236}">
                <a16:creationId xmlns:a16="http://schemas.microsoft.com/office/drawing/2014/main" id="{8E2E78B6-31CB-1826-2000-3923295AE293}"/>
              </a:ext>
            </a:extLst>
          </p:cNvPr>
          <p:cNvSpPr/>
          <p:nvPr/>
        </p:nvSpPr>
        <p:spPr>
          <a:xfrm>
            <a:off x="24889968" y="18948845"/>
            <a:ext cx="7589520" cy="347472"/>
          </a:xfrm>
          <a:prstGeom prst="rect">
            <a:avLst/>
          </a:prstGeom>
          <a:noFill/>
          <a:ln/>
        </p:spPr>
        <p:txBody>
          <a:bodyPr wrap="square" lIns="50800" tIns="50800" rIns="50800" bIns="50800" rtlCol="0" anchor="t"/>
          <a:lstStyle/>
          <a:p>
            <a:pPr marL="0" indent="0" algn="l">
              <a:buNone/>
            </a:pPr>
            <a:r>
              <a:rPr lang="en-US" sz="2000" dirty="0">
                <a:solidFill>
                  <a:srgbClr val="2D3E5C"/>
                </a:solidFill>
                <a:latin typeface="Calibri" pitchFamily="34" charset="0"/>
                <a:ea typeface="Calibri" pitchFamily="34" charset="-122"/>
                <a:cs typeface="Calibri" pitchFamily="34" charset="-120"/>
              </a:rPr>
              <a:t>Salt Financial (n.d.). Volatility Forecasting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842</Words>
  <Application>Microsoft Macintosh PowerPoint</Application>
  <PresentationFormat>Custom</PresentationFormat>
  <Paragraphs>207</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Nguyen, Rose</cp:lastModifiedBy>
  <cp:revision>1</cp:revision>
  <dcterms:created xsi:type="dcterms:W3CDTF">2026-05-10T18:37:14Z</dcterms:created>
  <dcterms:modified xsi:type="dcterms:W3CDTF">2026-05-12T07:10:25Z</dcterms:modified>
</cp:coreProperties>
</file>